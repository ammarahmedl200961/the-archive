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1" r:id="rId5"/>
    <p:sldId id="259" r:id="rId6"/>
    <p:sldId id="267" r:id="rId7"/>
    <p:sldId id="268" r:id="rId8"/>
    <p:sldId id="269" r:id="rId9"/>
    <p:sldId id="260" r:id="rId10"/>
    <p:sldId id="261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EC53C-D5CF-4C62-A282-2023874CC781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20AEB-D5A0-4F90-91D4-DCE2C230B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43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CFE0-96B8-49BA-80E0-CDDA2021198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FAA99-F256-405C-B94F-157D35A0B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6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CFE0-96B8-49BA-80E0-CDDA2021198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FAA99-F256-405C-B94F-157D35A0B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12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CFE0-96B8-49BA-80E0-CDDA2021198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FAA99-F256-405C-B94F-157D35A0B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CFE0-96B8-49BA-80E0-CDDA2021198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FAA99-F256-405C-B94F-157D35A0B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3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CFE0-96B8-49BA-80E0-CDDA2021198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FAA99-F256-405C-B94F-157D35A0B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79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CFE0-96B8-49BA-80E0-CDDA2021198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FAA99-F256-405C-B94F-157D35A0B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CFE0-96B8-49BA-80E0-CDDA2021198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FAA99-F256-405C-B94F-157D35A0B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35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CFE0-96B8-49BA-80E0-CDDA2021198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FAA99-F256-405C-B94F-157D35A0B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90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CFE0-96B8-49BA-80E0-CDDA2021198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FAA99-F256-405C-B94F-157D35A0B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98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CFE0-96B8-49BA-80E0-CDDA2021198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FAA99-F256-405C-B94F-157D35A0B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1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CFE0-96B8-49BA-80E0-CDDA2021198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FAA99-F256-405C-B94F-157D35A0B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4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5CFE0-96B8-49BA-80E0-CDDA20211986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FAA99-F256-405C-B94F-157D35A0B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491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85054"/>
            <a:ext cx="9144000" cy="290931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5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Search Strategies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Beam Search &amp; A*Search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094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1927"/>
            <a:ext cx="12192000" cy="5186074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Algorithm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search is an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best-first search.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Beam Search Only the most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promising nodes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each step of the search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further branching?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Search was developed in an attempt to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 the optimal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sub-optimal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solution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consuming too much 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How?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was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First Search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First Search was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Enough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was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002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First Search?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182" y="1325563"/>
            <a:ext cx="4528272" cy="522776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064315"/>
              </p:ext>
            </p:extLst>
          </p:nvPr>
        </p:nvGraphicFramePr>
        <p:xfrm>
          <a:off x="5352838" y="2072698"/>
          <a:ext cx="2258290" cy="334625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29145">
                  <a:extLst>
                    <a:ext uri="{9D8B030D-6E8A-4147-A177-3AD203B41FA5}">
                      <a16:colId xmlns:a16="http://schemas.microsoft.com/office/drawing/2014/main" val="391129006"/>
                    </a:ext>
                  </a:extLst>
                </a:gridCol>
                <a:gridCol w="1129145">
                  <a:extLst>
                    <a:ext uri="{9D8B030D-6E8A-4147-A177-3AD203B41FA5}">
                      <a16:colId xmlns:a16="http://schemas.microsoft.com/office/drawing/2014/main" val="1958443100"/>
                    </a:ext>
                  </a:extLst>
                </a:gridCol>
              </a:tblGrid>
              <a:tr h="371806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575888"/>
                  </a:ext>
                </a:extLst>
              </a:tr>
              <a:tr h="371806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A→G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178624"/>
                  </a:ext>
                </a:extLst>
              </a:tr>
              <a:tr h="3718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B→G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436963"/>
                  </a:ext>
                </a:extLst>
              </a:tr>
              <a:tr h="3718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C→G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449378"/>
                  </a:ext>
                </a:extLst>
              </a:tr>
              <a:tr h="3718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D→G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274208"/>
                  </a:ext>
                </a:extLst>
              </a:tr>
              <a:tr h="3718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E→G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513452"/>
                  </a:ext>
                </a:extLst>
              </a:tr>
              <a:tr h="3718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F→G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218079"/>
                  </a:ext>
                </a:extLst>
              </a:tr>
              <a:tr h="3718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G→G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931849"/>
                  </a:ext>
                </a:extLst>
              </a:tr>
              <a:tr h="3718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H→G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996639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093" y="884799"/>
            <a:ext cx="3783943" cy="572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2"/>
            <a:ext cx="12192000" cy="5532437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Algorithm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search is an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of best-first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that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memory requirements.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most promising nodes (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of all nodes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step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search are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retained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further branching.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Search was developed in an attempt to achieve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 (or sub-optimal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solution without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consuming too much memory.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a Graph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expanding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promising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in a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set.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Limited Set?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Value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also called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or  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Beam Width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nodes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 Value is Given)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726" y="5559423"/>
            <a:ext cx="30480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657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0037" y="1325563"/>
            <a:ext cx="9102436" cy="5532437"/>
          </a:xfrm>
        </p:spPr>
        <p:txBody>
          <a:bodyPr>
            <a:normAutofit/>
          </a:bodyPr>
          <a:lstStyle/>
          <a:p>
            <a:pPr marL="514350" indent="-514350" algn="just">
              <a:buNone/>
            </a:pP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{initial state} </a:t>
            </a:r>
          </a:p>
          <a:p>
            <a:pPr marL="514350" indent="-514350" algn="just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while </a:t>
            </a: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not empty do </a:t>
            </a:r>
          </a:p>
          <a:p>
            <a:pPr marL="514350" indent="-514350" algn="just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1. Remove the best node from </a:t>
            </a: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OPEN,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 it n. </a:t>
            </a:r>
          </a:p>
          <a:p>
            <a:pPr marL="514350" indent="-514350" algn="just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2. If n is the goal state, return path.</a:t>
            </a:r>
          </a:p>
          <a:p>
            <a:pPr marL="514350" indent="-514350" algn="just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3. Create n's successors. </a:t>
            </a:r>
          </a:p>
          <a:p>
            <a:pPr marL="514350" indent="-514350" algn="just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4. Evaluate each successor, add it to </a:t>
            </a: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record its parent.</a:t>
            </a:r>
          </a:p>
          <a:p>
            <a:pPr marL="514350" indent="-514350" algn="just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5.  If </a:t>
            </a: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|OPEN| &gt; ß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take the best </a:t>
            </a: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ß nodes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(according to heuristic) and remove the others from the </a:t>
            </a: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14350" indent="-514350" algn="just">
              <a:buNone/>
            </a:pP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312052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2978"/>
            <a:ext cx="121920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Completeness of Beam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82763"/>
            <a:ext cx="7387070" cy="4105419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general,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Search Algorithm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complete.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given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unlimited time and 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is possible for the Algorithm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 the goal node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more accurate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heuristic function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beam width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improve Beam Search's chances of finding the goal.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Clearly,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set becomes empty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finding goal node 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470" y="406833"/>
            <a:ext cx="4282707" cy="41875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70479" y="4699865"/>
            <a:ext cx="366184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OPEN= {A}</a:t>
            </a:r>
          </a:p>
          <a:p>
            <a:pPr marL="514350" indent="-514350"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OPEN= {B,C}	</a:t>
            </a:r>
          </a:p>
          <a:p>
            <a:pPr marL="514350" indent="-514350"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OPEN={D,E}	</a:t>
            </a:r>
          </a:p>
          <a:p>
            <a:pPr marL="514350" indent="-514350"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OPEN={E}</a:t>
            </a:r>
          </a:p>
          <a:p>
            <a:pPr marL="514350" indent="-514350"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OPEN={}</a:t>
            </a:r>
            <a:r>
              <a:rPr lang="en-US" i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7856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6560"/>
            <a:ext cx="121920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Optimality In Beam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2098681"/>
            <a:ext cx="8562109" cy="3914191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as the Algorithm is not complete,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also not guaranteed to be optimal.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happen because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beam width and an inaccurate heuristic function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cause the algorithm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 expanding the shortest path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more precise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heuristic function and a larger beam width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make Beam Search more likely to find the optimal path to the goal.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109" y="1"/>
            <a:ext cx="3505200" cy="3595472"/>
          </a:xfrm>
          <a:prstGeom prst="rect">
            <a:avLst/>
          </a:prstGeom>
        </p:spPr>
      </p:pic>
      <p:sp>
        <p:nvSpPr>
          <p:cNvPr id="5" name="Content Placeholder 4"/>
          <p:cNvSpPr txBox="1">
            <a:spLocks/>
          </p:cNvSpPr>
          <p:nvPr/>
        </p:nvSpPr>
        <p:spPr>
          <a:xfrm>
            <a:off x="8562109" y="3595472"/>
            <a:ext cx="3505200" cy="326252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dirty="0"/>
              <a:t> 	 1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OPEN= {A}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2. OPEN= {B,C}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3. OPEN={C,E}	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4. OPEN={F,E}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5. OPEN={G,E} 	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6. found goal node, stop.</a:t>
            </a:r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: A-&gt;B-&gt;C-&gt;F-&gt;G</a:t>
            </a:r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5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Path :  A-&gt;D-&gt;G </a:t>
            </a:r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800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9781309" y="1274618"/>
            <a:ext cx="360218" cy="41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616" y="1316182"/>
            <a:ext cx="244201" cy="29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92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2"/>
            <a:ext cx="12192000" cy="5532437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the accuracy of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heuristic function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worst case, the heuristic function leads Beam Search all the way to the deepest level in the search tree.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worst case time = </a:t>
            </a: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O(B*m)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where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beam width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maximum depth of any path in the search tree.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Search's memory consumption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its most desirable trait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algorithm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stores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each level in the search tree,</a:t>
            </a:r>
          </a:p>
          <a:p>
            <a:pPr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worst-case space complexity = </a:t>
            </a: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O(B*m)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where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beam width,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maximum depth of any path in the search tree.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memory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allows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Search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probe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deeply into large search spaces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potentially find solutions that other algorithms cannot reach.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&amp; Space Complexity In Beam Search</a:t>
            </a:r>
          </a:p>
        </p:txBody>
      </p:sp>
    </p:spTree>
    <p:extLst>
      <p:ext uri="{BB962C8B-B14F-4D97-AF65-F5344CB8AC3E}">
        <p14:creationId xmlns:p14="http://schemas.microsoft.com/office/powerpoint/2010/main" val="3025089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Search Algorithm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3"/>
            <a:ext cx="12192000" cy="540774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search is the most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commonly known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best-first search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heuristic function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h(n),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reach the node n from the start state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g(n).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combined features of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UCS and greedy best-first search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by which it solve the problem efficiently.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 search algorithm try to find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shortest path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space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heuristic function.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search algorithm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expands less search tree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provides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 result faster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algorithm is similar to UCS except that it uses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g(n)+h(n)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of </a:t>
            </a: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g(n).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of A* algorithm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of heuristic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algorithm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expands all nodes which satisfy the condition.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130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3610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Search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36102"/>
            <a:ext cx="12192000" cy="572189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A* search algorithm, we use search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heuristic as well as the cost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reach the node.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combine both costs as following, and this sum is called as a 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fitness number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446" y="4050974"/>
            <a:ext cx="4037813" cy="707824"/>
          </a:xfrm>
          <a:prstGeom prst="rect">
            <a:avLst/>
          </a:prstGeom>
        </p:spPr>
      </p:pic>
      <p:sp>
        <p:nvSpPr>
          <p:cNvPr id="13" name="Curved Up Arrow 12"/>
          <p:cNvSpPr/>
          <p:nvPr/>
        </p:nvSpPr>
        <p:spPr>
          <a:xfrm>
            <a:off x="7578436" y="4761217"/>
            <a:ext cx="2050473" cy="795736"/>
          </a:xfrm>
          <a:prstGeom prst="curvedUpArrow">
            <a:avLst>
              <a:gd name="adj1" fmla="val 10416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/>
          <p:cNvSpPr/>
          <p:nvPr/>
        </p:nvSpPr>
        <p:spPr>
          <a:xfrm rot="10800000" flipV="1">
            <a:off x="2873798" y="4830488"/>
            <a:ext cx="2141547" cy="743030"/>
          </a:xfrm>
          <a:prstGeom prst="curvedUpArrow">
            <a:avLst>
              <a:gd name="adj1" fmla="val 10416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88907" y="4000392"/>
            <a:ext cx="2082038" cy="82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Cost of Cheapest Solution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9747" y="3934008"/>
            <a:ext cx="2082038" cy="839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Value of Each Node to Reach Goal Node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81652" y="2664016"/>
            <a:ext cx="4106381" cy="573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to Reach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From Start Node</a:t>
            </a:r>
          </a:p>
        </p:txBody>
      </p:sp>
      <p:sp>
        <p:nvSpPr>
          <p:cNvPr id="18" name="Up Arrow 17"/>
          <p:cNvSpPr/>
          <p:nvPr/>
        </p:nvSpPr>
        <p:spPr>
          <a:xfrm>
            <a:off x="5867400" y="3271753"/>
            <a:ext cx="457200" cy="728640"/>
          </a:xfrm>
          <a:prstGeom prst="upArrow">
            <a:avLst>
              <a:gd name="adj1" fmla="val 50000"/>
              <a:gd name="adj2" fmla="val 462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2706" y="5774019"/>
            <a:ext cx="1215929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each point in the search space,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those node is expanded which have the lowest value of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terminates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goal node is found.</a:t>
            </a:r>
          </a:p>
        </p:txBody>
      </p:sp>
    </p:spTree>
    <p:extLst>
      <p:ext uri="{BB962C8B-B14F-4D97-AF65-F5344CB8AC3E}">
        <p14:creationId xmlns:p14="http://schemas.microsoft.com/office/powerpoint/2010/main" val="255962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Search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2"/>
            <a:ext cx="12192000" cy="5532437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search algorithm is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algorithm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other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algorithms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search algorithm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optimal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can solve very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problems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 not always produce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it mostly based on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heuristics and approximation.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search algorithm has some complexity issues.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 of A*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memory requirement as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keeps all generated nodes in the 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it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not practical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various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problems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388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Search Algorithm 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40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2"/>
            <a:ext cx="6511636" cy="5532437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 the given graph using the A* algorithm.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heuristic value of all states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given in the below table so calculate the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state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formula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g(n)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cost to reach any node from start state.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and CLOSED list are used.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355" y="3737868"/>
            <a:ext cx="4037813" cy="7078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133" y="3839987"/>
            <a:ext cx="4605562" cy="29847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3962" y="299891"/>
            <a:ext cx="2869191" cy="354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00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Search Algorithm 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4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7201" y="1409831"/>
            <a:ext cx="4114799" cy="38515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256" y="2119745"/>
            <a:ext cx="5268054" cy="2743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44" y="1721297"/>
            <a:ext cx="2869191" cy="354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11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Search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2"/>
            <a:ext cx="12192000" cy="553243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Complete: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algorithm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long as: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Branching factor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every action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Optimal: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search algorithm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complexity of A* search algorithm depends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function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nodes expanded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exponential to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depth of solution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So the time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is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O(b ^ d)</a:t>
            </a:r>
          </a:p>
          <a:p>
            <a:pPr marL="914400" lvl="2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b is the branching factor.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Complexity: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A* search algorithm is 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O(b ^ d)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65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2646</TotalTime>
  <Words>1248</Words>
  <Application>Microsoft Office PowerPoint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Week 5 Heuristic Search Strategies Beam Search &amp; A*Search </vt:lpstr>
      <vt:lpstr>Beam Search</vt:lpstr>
      <vt:lpstr>Best First Search?</vt:lpstr>
      <vt:lpstr>Beam Search</vt:lpstr>
      <vt:lpstr>Beam Search Algorithm</vt:lpstr>
      <vt:lpstr>Completeness of Beam Search</vt:lpstr>
      <vt:lpstr>Optimality In Beam Search</vt:lpstr>
      <vt:lpstr>Time &amp; Space Complexity In Beam Search</vt:lpstr>
      <vt:lpstr> A* Search Algorithm </vt:lpstr>
      <vt:lpstr>A* Search Algorithm</vt:lpstr>
      <vt:lpstr>A* Search Algorithm</vt:lpstr>
      <vt:lpstr>A* Search Algorithm (Example)</vt:lpstr>
      <vt:lpstr>A* Search Algorithm (Example)</vt:lpstr>
      <vt:lpstr>A* Search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Heuristic Search Strategies Beam Search &amp; A*Search By</dc:title>
  <dc:creator>Hp</dc:creator>
  <cp:lastModifiedBy>Syed Mujtaba Hassan Rizvi</cp:lastModifiedBy>
  <cp:revision>46</cp:revision>
  <dcterms:created xsi:type="dcterms:W3CDTF">2020-10-27T09:12:00Z</dcterms:created>
  <dcterms:modified xsi:type="dcterms:W3CDTF">2023-10-12T19:23:37Z</dcterms:modified>
</cp:coreProperties>
</file>