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5d484fe3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5d484fe3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5d484fe3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5d484fe3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5d484fe3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5d484fe3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5d484fe3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55d484fe3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5d484fe3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5d484fe3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5d484fe3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5d484fe3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5d484fe3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5d484fe3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5d484fe3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5d484fe3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5d484fe3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5d484fe3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5d484fe3e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5d484fe3e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5d484fe3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5d484fe3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5d484fe3e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5d484fe3e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5d484fe3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5d484fe3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5d484fe3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5d484fe3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5d484fe3e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5d484fe3e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5d484fe3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5d484fe3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36875"/>
            <a:ext cx="8520600" cy="247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980">
                <a:latin typeface="Poppins"/>
                <a:ea typeface="Poppins"/>
                <a:cs typeface="Poppins"/>
                <a:sym typeface="Poppins"/>
              </a:rPr>
              <a:t>The AI </a:t>
            </a:r>
            <a:r>
              <a:rPr b="1" lang="en" sz="3980">
                <a:latin typeface="Poppins"/>
                <a:ea typeface="Poppins"/>
                <a:cs typeface="Poppins"/>
                <a:sym typeface="Poppins"/>
              </a:rPr>
              <a:t>Scientist</a:t>
            </a:r>
            <a:r>
              <a:rPr b="1" lang="en" sz="3980">
                <a:latin typeface="Poppins"/>
                <a:ea typeface="Poppins"/>
                <a:cs typeface="Poppins"/>
                <a:sym typeface="Poppins"/>
              </a:rPr>
              <a:t> -v2: Workshop-Level Automated Scientific Discovery via Agentic Tree Search </a:t>
            </a:r>
            <a:endParaRPr b="1" sz="398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607150"/>
            <a:ext cx="8520600" cy="10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L215630 Abdul Hadi Durrani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L215620 Nawall Aamer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L216258 Soha Bilal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L215663 Abdullah Awan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713075"/>
            <a:ext cx="841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Yamada, Y., et al. (2025).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AI Scientist-v2: Workshop-Level Automated Scientific Discovery via Agentic Tree Search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5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49000"/>
            <a:ext cx="8520600" cy="28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Automated Scientific Discovery: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Goal: AI systems that autonomously perform scientific research.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Challenges: Generating hypotheses, conducting experiments, and producing publishable results.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AI SCIENTIST-v1: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Generated a conference paper but relied on human templates and linear experimentation.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AI SCIENTIST-v2: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Offers greater autonomy and flexibility via agentic tree search and Vision-Language Model (VLM) integration.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127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Improvements Over THE AI SCIENTIST-v1</a:t>
            </a:r>
            <a:endParaRPr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48150"/>
            <a:ext cx="8520600" cy="26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 General Idea Generation: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Open-ended, abstract ideas using literature review tools.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Removing Template Dependency: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Eliminates human-coded templates with experiment progress manager and tree search.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Dataset Loading via Hugging Face: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 access to diverse datasets.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Vision-Language Model Reviewer: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Refines figures and manuscripts for improved quality.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10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6387"/>
            <a:ext cx="9144000" cy="40571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6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Methodology Cont.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575150"/>
            <a:ext cx="8520600" cy="19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 Workflow: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Idea Generation: Proposes novel research directions.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Experiment Execution: Runs experiments autonomously.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Figure Visualization: Creates clear visual summaries.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Manuscript Writing: Drafts complete papers.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Reviewing: Refines content with VLM feedback.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6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Methodology Cont.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386900"/>
            <a:ext cx="8520600" cy="23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 Tree Search: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Organizes experiments in a tree structure, where each node represents an experiment or code version.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Enables parallel execution of multiple experiment variants, speeding up exploration.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Iteratively refines experiments by selecting the best-performing nodes and debugging errors.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147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Tree-Based Experimentation</a:t>
            </a:r>
            <a:endParaRPr sz="2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438" y="720400"/>
            <a:ext cx="6863119" cy="44231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137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Tree-Based Experimentation</a:t>
            </a:r>
            <a:r>
              <a:rPr lang="en" sz="25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Cont.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324500"/>
            <a:ext cx="8520600" cy="24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 Tree Search Structure: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Root Node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Starts with initial experiment code generated from the research idea.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Child Nodes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Created for refinements (improving performance) or debugging (fixing errors).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Node Classification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Nodes are marked as buggy (errors detected) or non-buggy (successful execution).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 Node Selection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An LLM evaluates nodes based on metrics like accuracy and visualization quality, selecting the best for the next stage.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137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Tree-Based Experimentation</a:t>
            </a:r>
            <a:r>
              <a:rPr lang="en" sz="25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Cont.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324500"/>
            <a:ext cx="8520600" cy="24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Across Stages: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Parallel Execution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Multiple nodes are tested simultaneously to explore diverse hypotheses.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Iterative Refinement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Non-buggy nodes are refined for better results; buggy nodes are debugged using error logs.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Stage Transition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The best node from each stage seeds the next, ensuring continuous improvement.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137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Tree-Based Experimentation</a:t>
            </a:r>
            <a:r>
              <a:rPr lang="en" sz="25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Cont.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225200"/>
            <a:ext cx="8520600" cy="26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Experiment Stages in Detail: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Preliminary Investigation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Builds and tests a minimal prototype to confirm the idea’s viability.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Hyperparameter Tuning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Adjusts parameters like learning rate or epochs to optimize the model’s performance.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Research Agenda Execution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Executes the main research plan, testing the hypothesis in depth.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Ablation Studies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Removes or modifies components to understand their impact, ensuring robust conclusions.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137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Evaluation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738" y="1015300"/>
            <a:ext cx="6682524" cy="41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137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Evaluation Cont.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378650"/>
            <a:ext cx="8520600" cy="23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Submission to ICLR 2025 Workshop: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AutoNum type="alphaLcPeriod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Three manuscripts submitted.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AutoNum type="alphaLcPeriod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 accepted with scores: 6, 7, 6 (average 6.33).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Accepted Paper: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AutoNum type="alphaLcPeriod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Title: Compositional Regularization: Unexpected Obstacles in Enhancing Neural Network Generalization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AutoNum type="alphaLcPeriod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Focused on compositional regularization in neural networks.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AutoNum type="alphaLcPeriod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First AI-generated peer-reviewed workshop paper.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303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Key Contributions</a:t>
            </a:r>
            <a:endParaRPr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484400"/>
            <a:ext cx="8520600" cy="21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Development of THE AI SCIENTIST-v2: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Enhanced autonomy and exploration.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Novel use of agentic tree search and VLM feedback.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First AI-Generated Peer-Reviewed Paper: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Milestone in AI-driven scientific discovery.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Open-Sourcing: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Codebase and experiment data available for further research.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322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Ethical Considerations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616400"/>
            <a:ext cx="8520600" cy="19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Transparency: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Need to clearly label AI-generated research.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Community consensus required for integrating AI work into scientific records.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Practical Steps: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Withdrew accepted papers post-review to avoid premature inclusion.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Ensures ethical handling of AI-generated content.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228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Limitations and Future Work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649400"/>
            <a:ext cx="8520600" cy="18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Limitations: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 lack depth for conference-level standards.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Needs further methodological rigor.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Future Work: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Enhance AI’s ability for deeper, more complex research.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Explore applications in other scientific domains.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218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649400"/>
            <a:ext cx="8520600" cy="18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Achievements: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Demonstrated AI can autonomously produce peer-reviewed papers.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Highlighted AI’s potential in scientific discovery.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Implications: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Opens new avenues for AI-assisted research.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Raises ethical and practical questions for the scientific community.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2147400"/>
            <a:ext cx="8520600" cy="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211"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b="1" sz="521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