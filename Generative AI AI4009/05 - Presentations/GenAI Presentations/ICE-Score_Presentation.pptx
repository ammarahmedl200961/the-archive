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6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07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0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4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0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2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1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2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42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0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0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03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05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9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5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18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9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0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ICE-Score: Instructing Large Language Models to Evaluate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1255868"/>
          </a:xfrm>
        </p:spPr>
        <p:txBody>
          <a:bodyPr>
            <a:normAutofit/>
          </a:bodyPr>
          <a:lstStyle/>
          <a:p>
            <a:r>
              <a:rPr dirty="0"/>
              <a:t>Presentation</a:t>
            </a:r>
            <a:r>
              <a:rPr lang="en-US" dirty="0"/>
              <a:t> By:</a:t>
            </a:r>
          </a:p>
          <a:p>
            <a:r>
              <a:rPr lang="en-US" sz="1400" dirty="0"/>
              <a:t>Ayyad </a:t>
            </a:r>
            <a:r>
              <a:rPr lang="en-US" sz="1400" dirty="0" err="1"/>
              <a:t>asif</a:t>
            </a:r>
            <a:r>
              <a:rPr lang="en-US" sz="1400" dirty="0"/>
              <a:t> (21L-7561), Fahad Iqbal (21L-5188), </a:t>
            </a:r>
            <a:r>
              <a:rPr lang="en-US" sz="1400" dirty="0" err="1"/>
              <a:t>Sheraz</a:t>
            </a:r>
            <a:r>
              <a:rPr lang="en-US" sz="1400" dirty="0"/>
              <a:t> </a:t>
            </a:r>
            <a:r>
              <a:rPr lang="en-US" sz="1400" dirty="0" err="1"/>
              <a:t>ahmad</a:t>
            </a:r>
            <a:r>
              <a:rPr lang="en-US" sz="1400" dirty="0"/>
              <a:t> (21l-5394), Hammad Tufail (21l-5412)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LLMs have improved Natural Language Generation (NLG) quality.</a:t>
            </a:r>
          </a:p>
          <a:p>
            <a:r>
              <a:t>- Traditional metrics (BLEU, ROUGE) fail at semantic evaluation.</a:t>
            </a:r>
          </a:p>
          <a:p>
            <a:r>
              <a:t>- Code generation requires evaluation of syntax and functionality.</a:t>
            </a:r>
          </a:p>
          <a:p>
            <a:r>
              <a:t>- Test-based evaluation is resource-intensive and brittle.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BLEU and ROUGE have low correlation with human judgment in code tasks.</a:t>
            </a:r>
          </a:p>
          <a:p>
            <a:r>
              <a:t>- High-quality reference code is often unavailable.</a:t>
            </a:r>
          </a:p>
          <a:p>
            <a:r>
              <a:t>- Human-written test suites are expensive and require sandboxing.</a:t>
            </a:r>
          </a:p>
          <a:p>
            <a:r>
              <a:t>- Need for a reference-free, human-aligned evaluation metric.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– ICE-Score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ICE = Instructing Code Evaluation.</a:t>
            </a:r>
          </a:p>
          <a:p>
            <a:r>
              <a:t>- LLM-based metric for evaluating generated code without references.</a:t>
            </a:r>
          </a:p>
          <a:p>
            <a:r>
              <a:t>- Evaluates based on Usefulness and Functional Correctness.</a:t>
            </a:r>
          </a:p>
          <a:p>
            <a:r>
              <a:t>- Removes dependency on gold-standard outputs and test suites.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ICE-Score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LLM prompted with problem + generated code snippet.</a:t>
            </a:r>
          </a:p>
          <a:p>
            <a:r>
              <a:t>- Outputs a Usefulness Score and Correctness Score.</a:t>
            </a:r>
          </a:p>
          <a:p>
            <a:r>
              <a:t>- Classifies outputs as Totally Useless, Nearly Useless, etc.</a:t>
            </a:r>
          </a:p>
          <a:p>
            <a:r>
              <a:t>- Scores converted to numerical values for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ICE-Score Mechanism – Visual Diagram</a:t>
            </a:r>
          </a:p>
        </p:txBody>
      </p:sp>
      <p:pic>
        <p:nvPicPr>
          <p:cNvPr id="3" name="Picture 2" descr="ICE_Sco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782590" cy="411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215AAE-642A-4D5C-9549-DC59B8686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7" y="2017059"/>
            <a:ext cx="8075447" cy="40161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Metrics for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BLEU, ROUGE, chrF: rely on lexical overlap.</a:t>
            </a:r>
          </a:p>
          <a:p>
            <a:r>
              <a:t>- CodeBERTScore: learned similarity with references.</a:t>
            </a:r>
          </a:p>
          <a:p>
            <a:r>
              <a:t>- Execution Accuracy: requires test cases and code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ICE-Score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Reference-free and test-free evaluation.</a:t>
            </a:r>
          </a:p>
          <a:p>
            <a:r>
              <a:t>- High correlation with human preferences.</a:t>
            </a:r>
          </a:p>
          <a:p>
            <a:r>
              <a:t>- Effective across multiple programming languages.</a:t>
            </a:r>
          </a:p>
          <a:p>
            <a:r>
              <a:t>- More reliable than traditional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standardized prompts for GPT-3.5/4.</a:t>
            </a:r>
          </a:p>
          <a:p>
            <a:r>
              <a:t>- Rate generated code snippets on usefulness and correctness.</a:t>
            </a:r>
          </a:p>
          <a:p>
            <a:r>
              <a:t>- Evaluate against human-labeled datasets and functional tests.</a:t>
            </a:r>
          </a:p>
          <a:p>
            <a:r>
              <a:t>- Use statistical correlations for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Correlation metrics used:</a:t>
            </a:r>
          </a:p>
          <a:p>
            <a:r>
              <a:rPr dirty="0"/>
              <a:t>- - Spearman’s ρ (rank correlation)</a:t>
            </a:r>
          </a:p>
          <a:p>
            <a:r>
              <a:rPr dirty="0"/>
              <a:t>- - Pearson’s r (linear correlation)</a:t>
            </a:r>
          </a:p>
          <a:p>
            <a:r>
              <a:rPr dirty="0"/>
              <a:t>- - Kendall’s τ (ordinal association)</a:t>
            </a:r>
          </a:p>
          <a:p>
            <a:r>
              <a:rPr dirty="0"/>
              <a:t>- Pearson’s r formula:</a:t>
            </a:r>
          </a:p>
          <a:p>
            <a:r>
              <a:rPr dirty="0"/>
              <a:t>- r = Σ((xi - x̄)(</a:t>
            </a:r>
            <a:r>
              <a:rPr dirty="0" err="1"/>
              <a:t>yi</a:t>
            </a:r>
            <a:r>
              <a:rPr dirty="0"/>
              <a:t> - ȳ)) / sqrt(Σ(xi - x̄)² * Σ(</a:t>
            </a:r>
            <a:r>
              <a:rPr dirty="0" err="1"/>
              <a:t>yi</a:t>
            </a:r>
            <a:r>
              <a:rPr dirty="0"/>
              <a:t> - ȳ)²)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Correlation with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ICE-Score outperforms BLEU, ROUGE, CodeBERTScore in all cases.</a:t>
            </a:r>
          </a:p>
          <a:p>
            <a:r>
              <a:t>- Highest correlation with Execution Accuracy.</a:t>
            </a:r>
          </a:p>
          <a:p>
            <a:r>
              <a:t>- Consistent across Python, Java, C++, JavaScript.</a:t>
            </a:r>
          </a:p>
          <a:p>
            <a:r>
              <a:t>- Best alignment with human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Tested usefulness-only and correctness-only prompts.</a:t>
            </a:r>
          </a:p>
          <a:p>
            <a:r>
              <a:t>- Combined scoring yields best correlation with human judgment.</a:t>
            </a:r>
          </a:p>
          <a:p>
            <a:r>
              <a:t>- Balanced evaluation of semantics and functionality.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Task: Round string-number to nearest integer.</a:t>
            </a:r>
          </a:p>
          <a:p>
            <a:r>
              <a:t>- Various outputs rated by ICE-Score.</a:t>
            </a:r>
          </a:p>
          <a:p>
            <a:r>
              <a:t>- Demonstrates strength in semantically correct, non-identical outputs.</a:t>
            </a:r>
          </a:p>
          <a:p>
            <a:r>
              <a:t>- Validates ICE-Score's flexible and robust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Dependent on LLM prompt quality.</a:t>
            </a:r>
          </a:p>
          <a:p>
            <a:r>
              <a:rPr dirty="0"/>
              <a:t>- Potential LLM hallucinations or biases.</a:t>
            </a:r>
          </a:p>
          <a:p>
            <a:r>
              <a:rPr dirty="0"/>
              <a:t>- Requires access to high-performance LLMs (e.g., GPT-4).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ICE-Score is a scalable, human-aligned metric.</a:t>
            </a:r>
          </a:p>
          <a:p>
            <a:r>
              <a:t>- Eliminates need for costly references or test cases.</a:t>
            </a:r>
          </a:p>
          <a:p>
            <a:r>
              <a:t>- Future work includes:</a:t>
            </a:r>
          </a:p>
          <a:p>
            <a:r>
              <a:t>- - Expanding language and task coverage</a:t>
            </a:r>
          </a:p>
          <a:p>
            <a:r>
              <a:t>- - Enhancing prompt robustness</a:t>
            </a:r>
          </a:p>
          <a:p>
            <a:r>
              <a:t>- - Integrating with static analysis tools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557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ICE-Score: Instructing Large Language Models to Evaluate Code</vt:lpstr>
      <vt:lpstr>Introduction</vt:lpstr>
      <vt:lpstr>Problem Statement</vt:lpstr>
      <vt:lpstr>Proposed Solution – ICE-Score</vt:lpstr>
      <vt:lpstr>ICE-Score Mechanism</vt:lpstr>
      <vt:lpstr>ICE-Score Mechanism – Visual Diagram</vt:lpstr>
      <vt:lpstr>Baseline Metrics for Comparison</vt:lpstr>
      <vt:lpstr>Advantages of ICE-Score</vt:lpstr>
      <vt:lpstr>Methodology</vt:lpstr>
      <vt:lpstr>Mathematical Evaluation</vt:lpstr>
      <vt:lpstr>Results – Correlation with Correctness</vt:lpstr>
      <vt:lpstr>Ablation Study</vt:lpstr>
      <vt:lpstr>Case Study Example</vt:lpstr>
      <vt:lpstr>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ICE-Score: Instructing Large Language Models to Evaluate Code</dc:title>
  <dc:subject/>
  <dc:creator/>
  <cp:keywords/>
  <dc:description>generated using python-pptx</dc:description>
  <cp:lastModifiedBy>pc</cp:lastModifiedBy>
  <cp:revision>4</cp:revision>
  <dcterms:created xsi:type="dcterms:W3CDTF">2013-01-27T09:14:16Z</dcterms:created>
  <dcterms:modified xsi:type="dcterms:W3CDTF">2025-05-05T18:49:04Z</dcterms:modified>
  <cp:category/>
</cp:coreProperties>
</file>