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6858000" cy="9144000"/>
  <p:embeddedFontLst>
    <p:embeddedFont>
      <p:font typeface="Fjalla One"/>
      <p:regular r:id="rId18"/>
    </p:embeddedFont>
    <p:embeddedFont>
      <p:font typeface="Barlow Semi Condensed Medium"/>
      <p:regular r:id="rId19"/>
      <p:bold r:id="rId20"/>
      <p:italic r:id="rId21"/>
      <p:boldItalic r:id="rId22"/>
    </p:embeddedFont>
    <p:embeddedFont>
      <p:font typeface="Barlow Semi Condensed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iPkQZjnoSWnYFH74HlSP0rJY8F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SemiCondensedMedium-bold.fntdata"/><Relationship Id="rId22" Type="http://schemas.openxmlformats.org/officeDocument/2006/relationships/font" Target="fonts/BarlowSemiCondensedMedium-boldItalic.fntdata"/><Relationship Id="rId21" Type="http://schemas.openxmlformats.org/officeDocument/2006/relationships/font" Target="fonts/BarlowSemiCondensedMedium-italic.fntdata"/><Relationship Id="rId24" Type="http://schemas.openxmlformats.org/officeDocument/2006/relationships/font" Target="fonts/BarlowSemiCondensed-bold.fntdata"/><Relationship Id="rId23" Type="http://schemas.openxmlformats.org/officeDocument/2006/relationships/font" Target="fonts/BarlowSemiCondensed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BarlowSemiCondensed-boldItalic.fntdata"/><Relationship Id="rId25" Type="http://schemas.openxmlformats.org/officeDocument/2006/relationships/font" Target="fonts/BarlowSemiCondensed-italic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BarlowSemiCondensedMedium-regular.fntdata"/><Relationship Id="rId18" Type="http://schemas.openxmlformats.org/officeDocument/2006/relationships/font" Target="fonts/FjallaOn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4" name="Google Shape;16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4" name="Google Shape;18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7" name="Shape 2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8" name="Google Shape;216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9" name="Google Shape;21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3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4" name="Google Shape;217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5" name="Google Shape;21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9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1" name="Google Shape;21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300"/>
              </a:spcBef>
              <a:spcAft>
                <a:spcPts val="10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6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" name="Google Shape;218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8" name="Google Shape;21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2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3" name="Google Shape;219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4" name="Google Shape;21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Visual: Compare flat terrain (low variance) vs. mountainous terrain (high variance).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Flat: No gradient signal → Policy "walks in place."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Varied: Steep gradients → Faster convergence.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Takeaway: Accuracy aligns with ground truth, but variance drives optimization speed.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8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9" name="Google Shape;219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0" name="Google Shape;22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4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6" name="Google Shape;220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Key Findings: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High Variance → Faster Learning: Models with 100% on-policy data outperform low-variance models.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Perfect Accuracy ≠ Success: A perfectly accurate but low-variance model underperforms.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KL Efficiency: Accurate models preserve policy capabilities better.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0" name="Shape 2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" name="Google Shape;221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2" name="Google Shape;22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No single reward model works best for all LMs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 reward model which works best of Pythia might not be good for Llama and vice versa.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6" name="Shape 2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7" name="Google Shape;221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8" name="Google Shape;221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2.1 Beyond Accuracy: Optimize for Variance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Why variance matters:</a:t>
            </a:r>
            <a:r>
              <a:rPr lang="en">
                <a:solidFill>
                  <a:schemeClr val="dk1"/>
                </a:solidFill>
              </a:rPr>
              <a:t> Even a perfectly accurate model can induce low variance in predicted rewards (i.e., it gives almost the same score to all likely outputs), leading to vanishing gradients and a “flat” RLHF objective landscape (Theorem 1)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Some forms of accuracy even show negative correlation with learning. Hence focusing solely on accuracy can be bad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en" sz="1300">
                <a:solidFill>
                  <a:schemeClr val="dk1"/>
                </a:solidFill>
              </a:rPr>
              <a:t>2.2 Policy-Aware Evaluation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On-policy vs off-policy accuracy:</a:t>
            </a:r>
            <a:r>
              <a:rPr lang="en">
                <a:solidFill>
                  <a:schemeClr val="dk1"/>
                </a:solidFill>
              </a:rPr>
              <a:t> Traditional benchmarks measure accuracy on fixed (“off-policy”) outputs, but those outputs may differ from what your model actually generates during </a:t>
            </a:r>
            <a:r>
              <a:rPr lang="en">
                <a:solidFill>
                  <a:srgbClr val="494949"/>
                </a:solidFill>
              </a:rPr>
              <a:t>Reinforcement Learning from Human Feedback (RLHF)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en" sz="1300">
                <a:solidFill>
                  <a:schemeClr val="dk1"/>
                </a:solidFill>
              </a:rPr>
              <a:t>2.3 Avoid Over-Regularization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KL penalty in RLHF:</a:t>
            </a:r>
            <a:r>
              <a:rPr lang="en">
                <a:solidFill>
                  <a:schemeClr val="dk1"/>
                </a:solidFill>
              </a:rPr>
              <a:t> The objective maximizes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EₓEy∼πθ[rRM(x,y)] − λ·KL(πθ‖π_ref)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where λ controls how much the policy can diverge from its pretrained start.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Trade-off:</a:t>
            </a:r>
            <a:r>
              <a:rPr lang="en">
                <a:solidFill>
                  <a:schemeClr val="dk1"/>
                </a:solidFill>
              </a:rPr>
              <a:t> If λ is too large, the policy can’t explore high-variance regions—again flattening the landscape. Balance λ to allow </a:t>
            </a:r>
            <a:r>
              <a:rPr i="1" lang="en">
                <a:solidFill>
                  <a:schemeClr val="dk1"/>
                </a:solidFill>
              </a:rPr>
              <a:t>enough</a:t>
            </a:r>
            <a:r>
              <a:rPr lang="en">
                <a:solidFill>
                  <a:schemeClr val="dk1"/>
                </a:solidFill>
              </a:rPr>
              <a:t> exploration while preserving pretrained capabilities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2" name="Shape 2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3" name="Google Shape;222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4" name="Google Shape;222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  <a:r>
              <a:rPr b="1" lang="en" sz="1700">
                <a:solidFill>
                  <a:schemeClr val="dk1"/>
                </a:solidFill>
              </a:rPr>
              <a:t>Q#1:</a:t>
            </a:r>
            <a:endParaRPr b="1" sz="17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Train on on‐policy samples.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Adaptive reward scaling with caution. </a:t>
            </a:r>
            <a:r>
              <a:rPr lang="en" sz="1300">
                <a:solidFill>
                  <a:schemeClr val="dk1"/>
                </a:solidFill>
              </a:rPr>
              <a:t>(multiplying all rewards raises variance by c2c^2c2, also amplifies noise and can destabilize gradient estimates)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  <a:r>
              <a:rPr b="1" lang="en" sz="1700">
                <a:solidFill>
                  <a:schemeClr val="dk1"/>
                </a:solidFill>
              </a:rPr>
              <a:t>Q#2:</a:t>
            </a:r>
            <a:endParaRPr b="1" sz="17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Contrastive learning objectives. (maximize separation between “positive” (preferred) and “negative” (less preferred), correlates with higher reward variance)</a:t>
            </a:r>
            <a:endParaRPr b="1" sz="13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300">
                <a:solidFill>
                  <a:schemeClr val="dk1"/>
                </a:solidFill>
              </a:rPr>
              <a:t>Best-of-N sampling.</a:t>
            </a:r>
            <a:r>
              <a:rPr lang="en" sz="1300">
                <a:solidFill>
                  <a:schemeClr val="dk1"/>
                </a:solidFill>
              </a:rPr>
              <a:t> (In the Best-of-N paradigm, at each step you score NNN candidates and pick the top one. Here, </a:t>
            </a:r>
            <a:r>
              <a:rPr b="1" lang="en" sz="1300">
                <a:solidFill>
                  <a:schemeClr val="dk1"/>
                </a:solidFill>
              </a:rPr>
              <a:t>accuracy alone</a:t>
            </a:r>
            <a:r>
              <a:rPr lang="en" sz="1300">
                <a:solidFill>
                  <a:schemeClr val="dk1"/>
                </a:solidFill>
              </a:rPr>
              <a:t> suffices)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8" name="Shape 2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9" name="Google Shape;2229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0" name="Google Shape;223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chemeClr val="dk1"/>
                </a:solidFill>
              </a:rPr>
              <a:t>Accuracy + Variance &gt; Accuracy Alone.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A reward model must be </a:t>
            </a:r>
            <a:r>
              <a:rPr i="1" lang="en">
                <a:solidFill>
                  <a:schemeClr val="dk1"/>
                </a:solidFill>
              </a:rPr>
              <a:t>correct</a:t>
            </a:r>
            <a:r>
              <a:rPr lang="en">
                <a:solidFill>
                  <a:schemeClr val="dk1"/>
                </a:solidFill>
              </a:rPr>
              <a:t> (rank well) </a:t>
            </a:r>
            <a:r>
              <a:rPr b="1" lang="en">
                <a:solidFill>
                  <a:schemeClr val="dk1"/>
                </a:solidFill>
              </a:rPr>
              <a:t>and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i="1" lang="en">
                <a:solidFill>
                  <a:schemeClr val="dk1"/>
                </a:solidFill>
              </a:rPr>
              <a:t>informative</a:t>
            </a:r>
            <a:r>
              <a:rPr lang="en">
                <a:solidFill>
                  <a:schemeClr val="dk1"/>
                </a:solidFill>
              </a:rPr>
              <a:t> (spread out its scores) to be an effective teacher.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Call to Action: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Move </a:t>
            </a:r>
            <a:r>
              <a:rPr i="1" lang="en">
                <a:solidFill>
                  <a:schemeClr val="dk1"/>
                </a:solidFill>
              </a:rPr>
              <a:t>beyond</a:t>
            </a:r>
            <a:r>
              <a:rPr lang="en">
                <a:solidFill>
                  <a:schemeClr val="dk1"/>
                </a:solidFill>
              </a:rPr>
              <a:t> accuracy-centric evaluation in RLHF: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Incorporate reward variance into both training and benchmarks.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Always test on </a:t>
            </a:r>
            <a:r>
              <a:rPr i="1" lang="en">
                <a:solidFill>
                  <a:schemeClr val="dk1"/>
                </a:solidFill>
              </a:rPr>
              <a:t>on-policy</a:t>
            </a:r>
            <a:r>
              <a:rPr lang="en">
                <a:solidFill>
                  <a:schemeClr val="dk1"/>
                </a:solidFill>
              </a:rPr>
              <a:t> outputs.</a:t>
            </a:r>
            <a:endParaRPr>
              <a:solidFill>
                <a:schemeClr val="dk1"/>
              </a:solidFill>
            </a:endParaRPr>
          </a:p>
          <a:p>
            <a:pPr indent="-298450" lvl="0" marL="838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Tune KL regularization to preserve exploration.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Relationship Id="rId5" Type="http://schemas.openxmlformats.org/officeDocument/2006/relationships/hyperlink" Target="https://stories.freepik.com/" TargetMode="Externa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5"/>
          <p:cNvSpPr txBox="1"/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" name="Google Shape;9;p15"/>
          <p:cNvSpPr txBox="1"/>
          <p:nvPr>
            <p:ph idx="1" type="subTitle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10" name="Google Shape;10;p15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15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15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" name="Google Shape;13;p15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1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20;p15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" name="Google Shape;25;p15"/>
          <p:cNvSpPr/>
          <p:nvPr/>
        </p:nvSpPr>
        <p:spPr>
          <a:xfrm>
            <a:off x="5690580" y="4258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5"/>
          <p:cNvSpPr/>
          <p:nvPr/>
        </p:nvSpPr>
        <p:spPr>
          <a:xfrm>
            <a:off x="5688325" y="4232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5"/>
          <p:cNvSpPr/>
          <p:nvPr/>
        </p:nvSpPr>
        <p:spPr>
          <a:xfrm>
            <a:off x="5727069" y="4623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5"/>
          <p:cNvSpPr/>
          <p:nvPr/>
        </p:nvSpPr>
        <p:spPr>
          <a:xfrm>
            <a:off x="5724827" y="4597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5"/>
          <p:cNvSpPr/>
          <p:nvPr/>
        </p:nvSpPr>
        <p:spPr>
          <a:xfrm>
            <a:off x="5766657" y="5018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5"/>
          <p:cNvSpPr/>
          <p:nvPr/>
        </p:nvSpPr>
        <p:spPr>
          <a:xfrm>
            <a:off x="5764415" y="4996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" name="Google Shape;31;p15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" name="Google Shape;35;p15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" name="Google Shape;39;p15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" type="subTitle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46" name="Google Shape;46;p16"/>
          <p:cNvSpPr txBox="1"/>
          <p:nvPr>
            <p:ph idx="2" type="subTitle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47" name="Google Shape;47;p16"/>
          <p:cNvSpPr txBox="1"/>
          <p:nvPr>
            <p:ph idx="3" type="subTitle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48" name="Google Shape;48;p16"/>
          <p:cNvSpPr txBox="1"/>
          <p:nvPr>
            <p:ph idx="4" type="subTitle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49" name="Google Shape;49;p16"/>
          <p:cNvSpPr txBox="1"/>
          <p:nvPr>
            <p:ph idx="5" type="subTitle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50" name="Google Shape;50;p16"/>
          <p:cNvSpPr txBox="1"/>
          <p:nvPr>
            <p:ph idx="6" type="subTitle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51" name="Google Shape;51;p16"/>
          <p:cNvSpPr txBox="1"/>
          <p:nvPr>
            <p:ph idx="7" type="subTitle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52" name="Google Shape;52;p16"/>
          <p:cNvSpPr txBox="1"/>
          <p:nvPr>
            <p:ph idx="8" type="subTitle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53" name="Google Shape;53;p16"/>
          <p:cNvSpPr txBox="1"/>
          <p:nvPr>
            <p:ph idx="9" type="title"/>
          </p:nvPr>
        </p:nvSpPr>
        <p:spPr>
          <a:xfrm>
            <a:off x="813816" y="722376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16"/>
          <p:cNvSpPr txBox="1"/>
          <p:nvPr>
            <p:ph idx="13" type="title"/>
          </p:nvPr>
        </p:nvSpPr>
        <p:spPr>
          <a:xfrm>
            <a:off x="813816" y="1801368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16"/>
          <p:cNvSpPr txBox="1"/>
          <p:nvPr>
            <p:ph idx="14" type="title"/>
          </p:nvPr>
        </p:nvSpPr>
        <p:spPr>
          <a:xfrm>
            <a:off x="813816" y="2880360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16"/>
          <p:cNvSpPr txBox="1"/>
          <p:nvPr>
            <p:ph idx="15" type="title"/>
          </p:nvPr>
        </p:nvSpPr>
        <p:spPr>
          <a:xfrm>
            <a:off x="813816" y="3959352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7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" type="body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60" name="Google Shape;60;p17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7"/>
          <p:cNvCxnSpPr/>
          <p:nvPr/>
        </p:nvCxnSpPr>
        <p:spPr>
          <a:xfrm flipH="1" rot="10800000">
            <a:off x="0" y="4332550"/>
            <a:ext cx="446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2" name="Google Shape;62;p17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63" name="Google Shape;63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" name="Google Shape;67;p17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68" name="Google Shape;68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4" name="Google Shape;74;p17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17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6" name="Google Shape;76;p17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7" name="Google Shape;77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" name="Google Shape;83;p17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84" name="Google Shape;84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" name="Google Shape;88;p17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89" name="Google Shape;89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" name="Google Shape;93;p1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94" name="Google Shape;94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" name="Google Shape;97;p17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98" name="Google Shape;98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8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103" name="Google Shape;103;p18"/>
            <p:cNvSpPr/>
            <p:nvPr/>
          </p:nvSpPr>
          <p:spPr>
            <a:xfrm>
              <a:off x="399425" y="238325"/>
              <a:ext cx="6810025" cy="5186100"/>
            </a:xfrm>
            <a:custGeom>
              <a:rect b="b" l="l" r="r" t="t"/>
              <a:pathLst>
                <a:path extrusionOk="0" h="207444" w="272401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8"/>
            <p:cNvSpPr/>
            <p:nvPr/>
          </p:nvSpPr>
          <p:spPr>
            <a:xfrm>
              <a:off x="491875" y="238125"/>
              <a:ext cx="6575225" cy="5187000"/>
            </a:xfrm>
            <a:custGeom>
              <a:rect b="b" l="l" r="r" t="t"/>
              <a:pathLst>
                <a:path extrusionOk="0" h="207480" w="263009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18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6" name="Google Shape;106;p18"/>
          <p:cNvSpPr txBox="1"/>
          <p:nvPr>
            <p:ph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107" name="Google Shape;107;p18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108" name="Google Shape;108;p18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09" name="Google Shape;109;p18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10" name="Google Shape;110;p18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1" name="Google Shape;111;p1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1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1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1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1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1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" name="Google Shape;117;p18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18" name="Google Shape;118;p1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1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1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1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2" name="Google Shape;122;p18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23" name="Google Shape;123;p1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1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1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1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27" name="Google Shape;127;p18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28" name="Google Shape;128;p18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29" name="Google Shape;129;p1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1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1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1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1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1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5" name="Google Shape;135;p18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36" name="Google Shape;136;p1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1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1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1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0" name="Google Shape;140;p18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1" name="Google Shape;141;p1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1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1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1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5" name="Google Shape;145;p18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6" name="Google Shape;146;p1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1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1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9" name="Google Shape;149;p18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0" name="Google Shape;150;p1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1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1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3" name="Google Shape;153;p18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1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1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1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7" name="Google Shape;157;p18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1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1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1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61" name="Google Shape;161;p18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18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3" name="Google Shape;163;p18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8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8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idx="1" type="subTitle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169" name="Google Shape;169;p19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70" name="Google Shape;170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3" name="Google Shape;173;p19"/>
          <p:cNvSpPr txBox="1"/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74" name="Google Shape;174;p1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75" name="Google Shape;175;p1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76" name="Google Shape;176;p1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77" name="Google Shape;177;p1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1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1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1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1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1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3" name="Google Shape;183;p1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84" name="Google Shape;184;p1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1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1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1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8" name="Google Shape;188;p1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89" name="Google Shape;189;p1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1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1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1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93" name="Google Shape;193;p1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94" name="Google Shape;194;p1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95" name="Google Shape;195;p1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1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1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1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1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1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1" name="Google Shape;201;p1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02" name="Google Shape;202;p1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1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1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1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6" name="Google Shape;206;p1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07" name="Google Shape;207;p1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1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1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1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1" name="Google Shape;211;p1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12" name="Google Shape;212;p1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1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1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5" name="Google Shape;215;p1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16" name="Google Shape;216;p1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1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1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9" name="Google Shape;219;p1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0" name="Google Shape;220;p1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1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1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3" name="Google Shape;223;p1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24" name="Google Shape;224;p1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1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1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27" name="Google Shape;227;p1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8" name="Google Shape;228;p1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9" name="Google Shape;229;p1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"/>
          <p:cNvSpPr txBox="1"/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5" name="Google Shape;235;p20"/>
          <p:cNvSpPr txBox="1"/>
          <p:nvPr>
            <p:ph idx="1" type="subTitle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236" name="Google Shape;236;p20"/>
          <p:cNvSpPr txBox="1"/>
          <p:nvPr>
            <p:ph idx="2" type="subTitle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237" name="Google Shape;237;p20"/>
          <p:cNvSpPr txBox="1"/>
          <p:nvPr>
            <p:ph idx="3" type="subTitle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8" name="Google Shape;238;p20"/>
          <p:cNvSpPr txBox="1"/>
          <p:nvPr>
            <p:ph idx="4" type="subTitle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9" name="Google Shape;239;p20"/>
          <p:cNvSpPr txBox="1"/>
          <p:nvPr>
            <p:ph idx="5" type="title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40" name="Google Shape;240;p20"/>
          <p:cNvSpPr txBox="1"/>
          <p:nvPr>
            <p:ph idx="6" type="title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241" name="Google Shape;241;p20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2" name="Google Shape;242;p20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43" name="Google Shape;243;p20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4" name="Google Shape;244;p2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2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2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0" name="Google Shape;250;p20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1" name="Google Shape;251;p2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2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2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5" name="Google Shape;255;p20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6" name="Google Shape;256;p2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2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2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2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60" name="Google Shape;260;p20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61" name="Google Shape;261;p20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2" name="Google Shape;262;p2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2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2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2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2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2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8" name="Google Shape;268;p20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69" name="Google Shape;269;p2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2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2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2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3" name="Google Shape;273;p20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4" name="Google Shape;274;p2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2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2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2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8" name="Google Shape;278;p20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79" name="Google Shape;279;p2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2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2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2" name="Google Shape;282;p20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3" name="Google Shape;283;p2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2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2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6" name="Google Shape;286;p20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87" name="Google Shape;287;p2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2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2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0" name="Google Shape;290;p20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1" name="Google Shape;291;p2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2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2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94" name="Google Shape;294;p20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5" name="Google Shape;295;p20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6" name="Google Shape;296;p20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20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20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20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1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1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303" name="Google Shape;303;p21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04" name="Google Shape;304;p21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305" name="Google Shape;305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1" name="Google Shape;311;p21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312" name="Google Shape;312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6" name="Google Shape;316;p21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317" name="Google Shape;317;p2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2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2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2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21" name="Google Shape;321;p21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22" name="Google Shape;322;p21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323" name="Google Shape;323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9" name="Google Shape;329;p21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330" name="Google Shape;330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4" name="Google Shape;334;p21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335" name="Google Shape;335;p2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2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2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2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9" name="Google Shape;339;p21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340" name="Google Shape;340;p2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2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2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3" name="Google Shape;343;p21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344" name="Google Shape;344;p2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2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2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7" name="Google Shape;347;p21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348" name="Google Shape;348;p2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2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2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1" name="Google Shape;351;p21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352" name="Google Shape;352;p2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2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2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55" name="Google Shape;355;p21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6" name="Google Shape;356;p21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7" name="Google Shape;357;p21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21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21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21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2"/>
          <p:cNvSpPr txBox="1"/>
          <p:nvPr>
            <p:ph idx="1" type="subTitle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363" name="Google Shape;363;p22"/>
          <p:cNvSpPr txBox="1"/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364" name="Google Shape;364;p22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5" name="Google Shape;365;p22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" name="Google Shape;366;p22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67" name="Google Shape;367;p22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68" name="Google Shape;368;p2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2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2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4" name="Google Shape;374;p22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75" name="Google Shape;375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9" name="Google Shape;379;p22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2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2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2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2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2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5" name="Google Shape;385;p22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86" name="Google Shape;386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9" name="Google Shape;389;p22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90" name="Google Shape;390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3" name="Google Shape;393;p22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94" name="Google Shape;394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7" name="Google Shape;397;p22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8" name="Google Shape;398;p22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99" name="Google Shape;399;p22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00" name="Google Shape;400;p2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2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2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2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2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2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6" name="Google Shape;406;p22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07" name="Google Shape;407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1" name="Google Shape;411;p22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12" name="Google Shape;412;p22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22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22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22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6" name="Google Shape;416;p22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17" name="Google Shape;417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0" name="Google Shape;420;p22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21" name="Google Shape;421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" name="Google Shape;425;p23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426" name="Google Shape;426;p23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3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8" name="Google Shape;428;p23"/>
          <p:cNvSpPr txBox="1"/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429" name="Google Shape;429;p23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430" name="Google Shape;430;p23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1" name="Google Shape;431;p23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2" name="Google Shape;432;p23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3" name="Google Shape;433;p23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34" name="Google Shape;434;p23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435" name="Google Shape;435;p2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2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2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2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2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2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1" name="Google Shape;441;p23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442" name="Google Shape;442;p2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2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2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2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6" name="Google Shape;446;p23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447" name="Google Shape;447;p2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2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2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2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1" name="Google Shape;451;p23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452" name="Google Shape;452;p23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23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23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23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23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23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8" name="Google Shape;458;p23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59" name="Google Shape;459;p2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2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2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62" name="Google Shape;462;p23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3" name="Google Shape;463;p23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4" name="Google Shape;464;p23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65" name="Google Shape;465;p23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66" name="Google Shape;466;p2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2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2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2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2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2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2" name="Google Shape;472;p23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73" name="Google Shape;473;p2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2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2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2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7" name="Google Shape;477;p23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78" name="Google Shape;478;p2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2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2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2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2" name="Google Shape;482;p23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23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23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23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23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23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8" name="Google Shape;488;p23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89" name="Google Shape;489;p2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2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2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2" name="Google Shape;492;p23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93" name="Google Shape;493;p2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2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2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4"/>
          <p:cNvSpPr txBox="1"/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8" name="Google Shape;498;p24"/>
          <p:cNvSpPr txBox="1"/>
          <p:nvPr>
            <p:ph idx="1" type="body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499" name="Google Shape;499;p24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0" name="Google Shape;500;p24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1" name="Google Shape;501;p24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02" name="Google Shape;502;p24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503" name="Google Shape;503;p24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24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24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24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24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24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9" name="Google Shape;509;p24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510" name="Google Shape;510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4" name="Google Shape;514;p24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4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4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4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4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4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0" name="Google Shape;520;p24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521" name="Google Shape;521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4" name="Google Shape;524;p24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525" name="Google Shape;525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8" name="Google Shape;528;p24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529" name="Google Shape;52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32" name="Google Shape;532;p24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3" name="Google Shape;533;p24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34" name="Google Shape;534;p24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535" name="Google Shape;535;p24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24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24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24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24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24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1" name="Google Shape;541;p24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542" name="Google Shape;542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6" name="Google Shape;546;p24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547" name="Google Shape;547;p24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24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24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24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1" name="Google Shape;551;p24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552" name="Google Shape;552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5" name="Google Shape;555;p24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556" name="Google Shape;556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5"/>
          <p:cNvSpPr txBox="1"/>
          <p:nvPr>
            <p:ph idx="1" type="body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/>
        </p:txBody>
      </p:sp>
      <p:sp>
        <p:nvSpPr>
          <p:cNvPr id="561" name="Google Shape;561;p25"/>
          <p:cNvSpPr txBox="1"/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62" name="Google Shape;562;p25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3" name="Google Shape;563;p25"/>
          <p:cNvCxnSpPr/>
          <p:nvPr/>
        </p:nvCxnSpPr>
        <p:spPr>
          <a:xfrm flipH="1" rot="10800000">
            <a:off x="7975" y="4332600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64" name="Google Shape;564;p25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65" name="Google Shape;565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9" name="Google Shape;569;p25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70" name="Google Shape;570;p2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2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2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2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2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2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76" name="Google Shape;576;p25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7" name="Google Shape;577;p25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78" name="Google Shape;578;p25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79" name="Google Shape;579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5" name="Google Shape;585;p25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86" name="Google Shape;586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0" name="Google Shape;590;p25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91" name="Google Shape;591;p25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25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25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25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5" name="Google Shape;595;p25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96" name="Google Shape;596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9" name="Google Shape;599;p25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600" name="Google Shape;600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26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605" name="Google Shape;605;p26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26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26"/>
            <p:cNvSpPr/>
            <p:nvPr/>
          </p:nvSpPr>
          <p:spPr>
            <a:xfrm>
              <a:off x="1119425" y="238125"/>
              <a:ext cx="5331675" cy="5174300"/>
            </a:xfrm>
            <a:custGeom>
              <a:rect b="b" l="l" r="r" t="t"/>
              <a:pathLst>
                <a:path extrusionOk="0" h="206972" w="213267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8" name="Google Shape;608;p26"/>
          <p:cNvSpPr txBox="1"/>
          <p:nvPr>
            <p:ph idx="1" type="subTitle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609" name="Google Shape;609;p26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0" name="Google Shape;610;p26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1" name="Google Shape;611;p26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2" name="Google Shape;612;p26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13" name="Google Shape;613;p26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614" name="Google Shape;614;p2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2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2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2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2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2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0" name="Google Shape;620;p26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621" name="Google Shape;621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5" name="Google Shape;625;p26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626" name="Google Shape;626;p26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26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26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26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0" name="Google Shape;630;p26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631" name="Google Shape;631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7" name="Google Shape;637;p26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638" name="Google Shape;638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41" name="Google Shape;641;p26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2" name="Google Shape;642;p26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3" name="Google Shape;643;p26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44" name="Google Shape;644;p26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645" name="Google Shape;645;p2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2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2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2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2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2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1" name="Google Shape;651;p26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652" name="Google Shape;652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6" name="Google Shape;656;p26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657" name="Google Shape;657;p26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26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26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26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1" name="Google Shape;661;p26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26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26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26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26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26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7" name="Google Shape;667;p26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68" name="Google Shape;668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1" name="Google Shape;671;p26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72" name="Google Shape;672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5" name="Google Shape;675;p26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76" name="Google Shape;67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9" name="Google Shape;679;p26"/>
          <p:cNvSpPr txBox="1"/>
          <p:nvPr>
            <p:ph hasCustomPrompt="1" type="title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">
  <p:cSld name="CUSTOM_1"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8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3" name="Google Shape;683;p28"/>
          <p:cNvSpPr txBox="1"/>
          <p:nvPr>
            <p:ph idx="1" type="subTitle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84" name="Google Shape;684;p28"/>
          <p:cNvSpPr txBox="1"/>
          <p:nvPr>
            <p:ph idx="2" type="subTitle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85" name="Google Shape;685;p28"/>
          <p:cNvSpPr txBox="1"/>
          <p:nvPr>
            <p:ph idx="3" type="subTitle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86" name="Google Shape;686;p28"/>
          <p:cNvSpPr txBox="1"/>
          <p:nvPr>
            <p:ph idx="4" type="subTitle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87" name="Google Shape;687;p28"/>
          <p:cNvSpPr txBox="1"/>
          <p:nvPr>
            <p:ph idx="5" type="subTitle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88" name="Google Shape;688;p28"/>
          <p:cNvSpPr txBox="1"/>
          <p:nvPr>
            <p:ph idx="6" type="subTitle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689" name="Google Shape;689;p28"/>
          <p:cNvGrpSpPr/>
          <p:nvPr/>
        </p:nvGrpSpPr>
        <p:grpSpPr>
          <a:xfrm>
            <a:off x="261711" y="-1158"/>
            <a:ext cx="8550327" cy="3981600"/>
            <a:chOff x="261711" y="-1158"/>
            <a:chExt cx="8550327" cy="3981600"/>
          </a:xfrm>
        </p:grpSpPr>
        <p:cxnSp>
          <p:nvCxnSpPr>
            <p:cNvPr id="690" name="Google Shape;690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1" name="Google Shape;691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692" name="Google Shape;692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93" name="Google Shape;693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7" name="Google Shape;697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98" name="Google Shape;698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0" name="Google Shape;700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1" name="Google Shape;701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2" name="Google Shape;702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703" name="Google Shape;703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4" name="Google Shape;704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5" name="Google Shape;705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" name="Google Shape;706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7" name="Google Shape;707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8" name="Google Shape;708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 of text">
  <p:cSld name="CUSTOM_2"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1" name="Google Shape;711;p29"/>
          <p:cNvSpPr txBox="1"/>
          <p:nvPr>
            <p:ph idx="1" type="subTitle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2" type="subTitle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3" type="subTitle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4" type="subTitle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5" type="subTitle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16" name="Google Shape;716;p29"/>
          <p:cNvSpPr txBox="1"/>
          <p:nvPr>
            <p:ph idx="6" type="subTitle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17" name="Google Shape;717;p29"/>
          <p:cNvSpPr txBox="1"/>
          <p:nvPr>
            <p:ph idx="7" type="subTitle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18" name="Google Shape;718;p29"/>
          <p:cNvSpPr txBox="1"/>
          <p:nvPr>
            <p:ph idx="8" type="subTitle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719" name="Google Shape;719;p29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0" name="Google Shape;720;p29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1" name="Google Shape;721;p29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22" name="Google Shape;722;p29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723" name="Google Shape;723;p2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2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2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2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7" name="Google Shape;727;p29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728" name="Google Shape;728;p2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2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2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2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2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2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4" name="Google Shape;734;p29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735" name="Google Shape;735;p2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2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2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38" name="Google Shape;738;p29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39" name="Google Shape;739;p29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740" name="Google Shape;740;p2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2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2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2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2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2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6" name="Google Shape;746;p29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47" name="Google Shape;747;p2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2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2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2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1" name="Google Shape;751;p29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52" name="Google Shape;752;p2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2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2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2">
  <p:cSld name="CUSTOM_7"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6" name="Google Shape;756;p30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7" name="Google Shape;757;p30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58" name="Google Shape;758;p30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59" name="Google Shape;759;p3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60" name="Google Shape;760;p3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3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3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3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4" name="Google Shape;764;p30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765" name="Google Shape;765;p3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3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3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3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3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3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71" name="Google Shape;771;p3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2" name="Google Shape;772;p3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73" name="Google Shape;773;p3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74" name="Google Shape;774;p3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3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3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3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3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3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0" name="Google Shape;780;p3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81" name="Google Shape;781;p3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3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3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3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5" name="Google Shape;785;p3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86" name="Google Shape;786;p3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3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3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3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0" name="Google Shape;790;p3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791" name="Google Shape;791;p3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3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3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4" name="Google Shape;794;p3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795" name="Google Shape;795;p3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3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3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8" name="Google Shape;798;p30"/>
          <p:cNvSpPr txBox="1"/>
          <p:nvPr>
            <p:ph idx="1" type="subTitle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99" name="Google Shape;799;p30"/>
          <p:cNvSpPr txBox="1"/>
          <p:nvPr>
            <p:ph idx="2" type="subTitle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00" name="Google Shape;800;p30"/>
          <p:cNvSpPr txBox="1"/>
          <p:nvPr>
            <p:ph idx="3" type="subTitle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01" name="Google Shape;801;p30"/>
          <p:cNvSpPr txBox="1"/>
          <p:nvPr>
            <p:ph idx="4" type="subTitle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2" name="Google Shape;802;p30"/>
          <p:cNvSpPr txBox="1"/>
          <p:nvPr>
            <p:ph idx="5" type="subTitle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803" name="Google Shape;803;p30"/>
          <p:cNvSpPr txBox="1"/>
          <p:nvPr>
            <p:ph idx="6" type="subTitle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 of text">
  <p:cSld name="CUSTOM_8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1"/>
          <p:cNvSpPr txBox="1"/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6" name="Google Shape;806;p31"/>
          <p:cNvSpPr txBox="1"/>
          <p:nvPr>
            <p:ph idx="1" type="subTitle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07" name="Google Shape;807;p31"/>
          <p:cNvSpPr txBox="1"/>
          <p:nvPr>
            <p:ph idx="2" type="subTitle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808" name="Google Shape;808;p31"/>
          <p:cNvSpPr txBox="1"/>
          <p:nvPr>
            <p:ph idx="3" type="subTitle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09" name="Google Shape;809;p31"/>
          <p:cNvSpPr txBox="1"/>
          <p:nvPr>
            <p:ph idx="4" type="subTitle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810" name="Google Shape;810;p31"/>
          <p:cNvSpPr txBox="1"/>
          <p:nvPr>
            <p:ph idx="5" type="subTitle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11" name="Google Shape;811;p31"/>
          <p:cNvSpPr txBox="1"/>
          <p:nvPr>
            <p:ph idx="6" type="subTitle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812" name="Google Shape;812;p31"/>
          <p:cNvSpPr txBox="1"/>
          <p:nvPr>
            <p:ph idx="7" type="subTitle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13" name="Google Shape;813;p31"/>
          <p:cNvSpPr txBox="1"/>
          <p:nvPr>
            <p:ph idx="8" type="subTitle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814" name="Google Shape;814;p31"/>
          <p:cNvSpPr txBox="1"/>
          <p:nvPr>
            <p:ph idx="9" type="subTitle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15" name="Google Shape;815;p31"/>
          <p:cNvSpPr txBox="1"/>
          <p:nvPr>
            <p:ph idx="13" type="subTitle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816" name="Google Shape;816;p31"/>
          <p:cNvSpPr txBox="1"/>
          <p:nvPr>
            <p:ph idx="14" type="subTitle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17" name="Google Shape;817;p31"/>
          <p:cNvSpPr txBox="1"/>
          <p:nvPr>
            <p:ph idx="15" type="subTitle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818" name="Google Shape;818;p31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9" name="Google Shape;819;p31"/>
          <p:cNvCxnSpPr/>
          <p:nvPr/>
        </p:nvCxnSpPr>
        <p:spPr>
          <a:xfrm flipH="1" rot="10800000">
            <a:off x="1562083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0" name="Google Shape;820;p31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1" name="Google Shape;821;p31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22" name="Google Shape;822;p31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823" name="Google Shape;823;p3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3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3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3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3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3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9" name="Google Shape;829;p31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830" name="Google Shape;830;p3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3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3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3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4" name="Google Shape;834;p31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835" name="Google Shape;835;p3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3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3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3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9" name="Google Shape;839;p31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840" name="Google Shape;840;p3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3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3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3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3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3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6" name="Google Shape;846;p31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847" name="Google Shape;847;p3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3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3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50" name="Google Shape;850;p31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1" name="Google Shape;851;p31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2" name="Google Shape;852;p31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53" name="Google Shape;853;p31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854" name="Google Shape;854;p3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3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3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3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3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3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0" name="Google Shape;860;p31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861" name="Google Shape;861;p3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3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3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3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5" name="Google Shape;865;p31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866" name="Google Shape;866;p3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3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3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3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0" name="Google Shape;870;p31"/>
          <p:cNvSpPr/>
          <p:nvPr/>
        </p:nvSpPr>
        <p:spPr>
          <a:xfrm>
            <a:off x="5829305" y="687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31"/>
          <p:cNvSpPr/>
          <p:nvPr/>
        </p:nvSpPr>
        <p:spPr>
          <a:xfrm>
            <a:off x="5827050" y="661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31"/>
          <p:cNvSpPr/>
          <p:nvPr/>
        </p:nvSpPr>
        <p:spPr>
          <a:xfrm>
            <a:off x="5865794" y="1052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31"/>
          <p:cNvSpPr/>
          <p:nvPr/>
        </p:nvSpPr>
        <p:spPr>
          <a:xfrm>
            <a:off x="5863552" y="1026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31"/>
          <p:cNvSpPr/>
          <p:nvPr/>
        </p:nvSpPr>
        <p:spPr>
          <a:xfrm>
            <a:off x="5905382" y="1447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31"/>
          <p:cNvSpPr/>
          <p:nvPr/>
        </p:nvSpPr>
        <p:spPr>
          <a:xfrm>
            <a:off x="5903140" y="1425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6" name="Google Shape;876;p31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77" name="Google Shape;877;p3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3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3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0" name="Google Shape;880;p31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881" name="Google Shape;881;p3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3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3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_10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32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6" name="Google Shape;886;p32"/>
          <p:cNvSpPr txBox="1"/>
          <p:nvPr>
            <p:ph idx="1" type="subTitle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887" name="Google Shape;887;p32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8" name="Google Shape;888;p32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9" name="Google Shape;889;p32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90" name="Google Shape;890;p32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891" name="Google Shape;891;p3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3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3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3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5" name="Google Shape;895;p32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896" name="Google Shape;896;p3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3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3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3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3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3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2" name="Google Shape;902;p32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903" name="Google Shape;903;p3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3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3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06" name="Google Shape;906;p32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07" name="Google Shape;907;p32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908" name="Google Shape;908;p3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3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3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3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3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3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4" name="Google Shape;914;p32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915" name="Google Shape;915;p3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3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3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3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9" name="Google Shape;919;p32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920" name="Google Shape;920;p3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3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3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23" name="Google Shape;923;p32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4" name="Google Shape;924;p32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5" name="Google Shape;925;p32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6" name="Google Shape;926;p32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27" name="Google Shape;927;p32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928" name="Google Shape;928;p3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3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3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3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3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3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4" name="Google Shape;934;p32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935" name="Google Shape;935;p3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3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3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3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9" name="Google Shape;939;p32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940" name="Google Shape;940;p32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32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32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32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4" name="Google Shape;944;p32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945" name="Google Shape;945;p3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3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3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3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3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3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1" name="Google Shape;951;p32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952" name="Google Shape;952;p3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3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3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9"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33"/>
          <p:cNvSpPr txBox="1"/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9pPr>
          </a:lstStyle>
          <a:p/>
        </p:txBody>
      </p:sp>
      <p:sp>
        <p:nvSpPr>
          <p:cNvPr id="957" name="Google Shape;957;p33"/>
          <p:cNvSpPr txBox="1"/>
          <p:nvPr>
            <p:ph idx="1" type="subTitle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58" name="Google Shape;958;p33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b="0" i="0" lang="en" sz="11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b="0" i="0" lang="en" sz="1100" u="none" cap="none" strike="noStrike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1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b="0" i="0" lang="en" sz="1100" u="none" cap="none" strike="noStrike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1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b="0" i="0" lang="en" sz="1100" u="none" cap="none" strike="noStrike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1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b="0" i="0" lang="en" sz="1100" u="none" cap="none" strike="noStrike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 b="0" i="0" sz="1400" u="none" cap="none" strike="noStrike"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959" name="Google Shape;959;p33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0" name="Google Shape;960;p33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1" name="Google Shape;961;p33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2" name="Google Shape;962;p33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3" name="Google Shape;963;p33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64" name="Google Shape;964;p33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33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33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33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33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33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0" name="Google Shape;970;p33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971" name="Google Shape;971;p3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3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3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3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5" name="Google Shape;975;p33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976" name="Google Shape;976;p33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33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33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33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0" name="Google Shape;980;p33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981" name="Google Shape;981;p3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3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3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3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3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3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7" name="Google Shape;987;p33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988" name="Google Shape;988;p3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3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3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91" name="Google Shape;991;p33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2" name="Google Shape;992;p33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3" name="Google Shape;993;p33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94" name="Google Shape;994;p33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995" name="Google Shape;995;p33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33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33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33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33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33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1" name="Google Shape;1001;p33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02" name="Google Shape;1002;p3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3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3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3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6" name="Google Shape;1006;p33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07" name="Google Shape;1007;p33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33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33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33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1" name="Google Shape;1011;p33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33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33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33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33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33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7" name="Google Shape;1017;p33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18" name="Google Shape;1018;p3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3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3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1" name="Google Shape;1021;p33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22" name="Google Shape;1022;p3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3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3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5" name="Google Shape;1025;p33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26" name="Google Shape;1026;p3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3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3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ed numbers">
  <p:cSld name="CUSTOM_11"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34"/>
          <p:cNvSpPr txBox="1"/>
          <p:nvPr>
            <p:ph type="title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31" name="Google Shape;1031;p34"/>
          <p:cNvSpPr txBox="1"/>
          <p:nvPr>
            <p:ph idx="1" type="subTitle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32" name="Google Shape;1032;p34"/>
          <p:cNvSpPr txBox="1"/>
          <p:nvPr>
            <p:ph idx="2" type="title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33" name="Google Shape;1033;p34"/>
          <p:cNvSpPr txBox="1"/>
          <p:nvPr>
            <p:ph idx="3" type="subTitle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34" name="Google Shape;1034;p34"/>
          <p:cNvSpPr txBox="1"/>
          <p:nvPr>
            <p:ph idx="4" type="title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35" name="Google Shape;1035;p34"/>
          <p:cNvSpPr txBox="1"/>
          <p:nvPr>
            <p:ph idx="5" type="subTitle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036" name="Google Shape;1036;p34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7" name="Google Shape;1037;p34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8" name="Google Shape;1038;p34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9" name="Google Shape;1039;p34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40" name="Google Shape;1040;p34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041" name="Google Shape;1041;p34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34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34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34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34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34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7" name="Google Shape;1047;p34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048" name="Google Shape;1048;p3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3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3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3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2" name="Google Shape;1052;p34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053" name="Google Shape;1053;p34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34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34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34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7" name="Google Shape;1057;p34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058" name="Google Shape;1058;p3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3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3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3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3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3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4" name="Google Shape;1064;p34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065" name="Google Shape;1065;p3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3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3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68" name="Google Shape;1068;p34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9" name="Google Shape;1069;p34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0" name="Google Shape;1070;p34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71" name="Google Shape;1071;p34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072" name="Google Shape;1072;p34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34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34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34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34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34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8" name="Google Shape;1078;p34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79" name="Google Shape;1079;p3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3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3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3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3" name="Google Shape;1083;p34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84" name="Google Shape;1084;p34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34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34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34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8" name="Google Shape;1088;p34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34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34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34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34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34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4" name="Google Shape;1094;p34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95" name="Google Shape;1095;p3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3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3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8" name="Google Shape;1098;p34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99" name="Google Shape;1099;p3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3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3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2" name="Google Shape;1102;p34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103" name="Google Shape;1103;p3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3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3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3">
  <p:cSld name="CUSTOM_13"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35"/>
          <p:cNvSpPr txBox="1"/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08" name="Google Shape;1108;p35"/>
          <p:cNvGrpSpPr/>
          <p:nvPr/>
        </p:nvGrpSpPr>
        <p:grpSpPr>
          <a:xfrm>
            <a:off x="261711" y="-1158"/>
            <a:ext cx="8550327" cy="3981600"/>
            <a:chOff x="261711" y="-1158"/>
            <a:chExt cx="8550327" cy="3981600"/>
          </a:xfrm>
        </p:grpSpPr>
        <p:cxnSp>
          <p:nvCxnSpPr>
            <p:cNvPr id="1109" name="Google Shape;1109;p35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0" name="Google Shape;1110;p35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111" name="Google Shape;1111;p35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112" name="Google Shape;1112;p3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3" name="Google Shape;1113;p3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4" name="Google Shape;1114;p3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5" name="Google Shape;1115;p3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16" name="Google Shape;1116;p35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117" name="Google Shape;1117;p3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8" name="Google Shape;1118;p3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9" name="Google Shape;1119;p3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" name="Google Shape;1120;p3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21" name="Google Shape;1121;p35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122" name="Google Shape;1122;p3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3" name="Google Shape;1123;p3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4" name="Google Shape;1124;p3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5" name="Google Shape;1125;p3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6" name="Google Shape;1126;p3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7" name="Google Shape;1127;p3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128" name="Google Shape;1128;p35"/>
          <p:cNvSpPr txBox="1"/>
          <p:nvPr>
            <p:ph idx="1" type="subTitle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29" name="Google Shape;1129;p35"/>
          <p:cNvSpPr txBox="1"/>
          <p:nvPr>
            <p:ph idx="2" type="subTitle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0" name="Google Shape;1130;p35"/>
          <p:cNvSpPr txBox="1"/>
          <p:nvPr>
            <p:ph idx="3" type="subTitle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1" name="Google Shape;1131;p35"/>
          <p:cNvSpPr txBox="1"/>
          <p:nvPr>
            <p:ph idx="4" type="subTitle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2" name="Google Shape;1132;p35"/>
          <p:cNvSpPr txBox="1"/>
          <p:nvPr>
            <p:ph idx="5" type="subTitle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3" name="Google Shape;1133;p35"/>
          <p:cNvSpPr txBox="1"/>
          <p:nvPr>
            <p:ph idx="6" type="subTitle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4">
  <p:cSld name="CUSTOM_14"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5" name="Google Shape;1135;p36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6" name="Google Shape;1136;p36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137" name="Google Shape;1137;p36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38" name="Google Shape;1138;p36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39" name="Google Shape;1139;p3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3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3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3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3" name="Google Shape;1143;p36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44" name="Google Shape;1144;p3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3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3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3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3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3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50" name="Google Shape;1150;p36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1" name="Google Shape;1151;p36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52" name="Google Shape;1152;p36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3" name="Google Shape;1153;p3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3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3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3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3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3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9" name="Google Shape;1159;p36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0" name="Google Shape;1160;p3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3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3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3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4" name="Google Shape;1164;p36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65" name="Google Shape;1165;p36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36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36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36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9" name="Google Shape;1169;p36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0" name="Google Shape;1170;p3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3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3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3" name="Google Shape;1173;p36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74" name="Google Shape;1174;p3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3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3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7" name="Google Shape;1177;p36"/>
          <p:cNvSpPr txBox="1"/>
          <p:nvPr>
            <p:ph idx="1" type="subTitle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78" name="Google Shape;1178;p36"/>
          <p:cNvSpPr txBox="1"/>
          <p:nvPr>
            <p:ph idx="2" type="subTitle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79" name="Google Shape;1179;p36"/>
          <p:cNvSpPr txBox="1"/>
          <p:nvPr>
            <p:ph idx="3" type="subTitle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80" name="Google Shape;1180;p36"/>
          <p:cNvSpPr txBox="1"/>
          <p:nvPr>
            <p:ph idx="4" type="subTitle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81" name="Google Shape;1181;p36"/>
          <p:cNvSpPr txBox="1"/>
          <p:nvPr>
            <p:ph idx="5" type="subTitle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82" name="Google Shape;1182;p36"/>
          <p:cNvSpPr txBox="1"/>
          <p:nvPr>
            <p:ph idx="6" type="subTitle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5"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37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185" name="Google Shape;1185;p37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6" name="Google Shape;1186;p37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87" name="Google Shape;1187;p37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88" name="Google Shape;1188;p3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3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3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3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2" name="Google Shape;1192;p37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93" name="Google Shape;1193;p3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3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3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3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3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3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99" name="Google Shape;1199;p37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0" name="Google Shape;1200;p37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01" name="Google Shape;1201;p37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02" name="Google Shape;1202;p3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3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3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3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3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3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8" name="Google Shape;1208;p37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09" name="Google Shape;1209;p3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3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3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3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3" name="Google Shape;1213;p37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14" name="Google Shape;1214;p3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3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3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3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8" name="Google Shape;1218;p3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19" name="Google Shape;1219;p3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3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3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2" name="Google Shape;1222;p37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23" name="Google Shape;1223;p3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3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3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6"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38"/>
          <p:cNvSpPr txBox="1"/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cxnSp>
        <p:nvCxnSpPr>
          <p:cNvPr id="1228" name="Google Shape;1228;p38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9" name="Google Shape;1229;p38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0" name="Google Shape;1230;p38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31" name="Google Shape;1231;p38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232" name="Google Shape;1232;p3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3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3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3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3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3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8" name="Google Shape;1238;p38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239" name="Google Shape;1239;p3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3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3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3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3" name="Google Shape;1243;p38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38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38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38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38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38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9" name="Google Shape;1249;p38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250" name="Google Shape;1250;p3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3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3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3" name="Google Shape;1253;p38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254" name="Google Shape;1254;p3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3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3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7" name="Google Shape;1257;p38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258" name="Google Shape;1258;p3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3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3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261" name="Google Shape;1261;p38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2" name="Google Shape;1262;p38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63" name="Google Shape;1263;p38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264" name="Google Shape;1264;p3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3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3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3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3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3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0" name="Google Shape;1270;p38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271" name="Google Shape;1271;p3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3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3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3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5" name="Google Shape;1275;p38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276" name="Google Shape;1276;p38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38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38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38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0" name="Google Shape;1280;p38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281" name="Google Shape;1281;p3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3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3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4" name="Google Shape;1284;p38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285" name="Google Shape;1285;p3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3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3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7"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39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290" name="Google Shape;1290;p39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1" name="Google Shape;1291;p39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2" name="Google Shape;1292;p39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93" name="Google Shape;1293;p39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294" name="Google Shape;1294;p3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3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3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3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8" name="Google Shape;1298;p39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299" name="Google Shape;1299;p3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3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3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3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3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3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5" name="Google Shape;1305;p39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06" name="Google Shape;1306;p3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3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3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309" name="Google Shape;1309;p39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10" name="Google Shape;1310;p39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11" name="Google Shape;1311;p3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3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3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3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3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3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7" name="Google Shape;1317;p39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18" name="Google Shape;1318;p3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3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3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3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2" name="Google Shape;1322;p39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23" name="Google Shape;1323;p3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3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3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8"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40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8" name="Google Shape;1328;p40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9" name="Google Shape;1329;p40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0" name="Google Shape;1330;p40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31" name="Google Shape;1331;p40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4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4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4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4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4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4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8" name="Google Shape;1338;p40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4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4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4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4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3" name="Google Shape;1343;p40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4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4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4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4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8" name="Google Shape;1348;p40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4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4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4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4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4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4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5" name="Google Shape;1355;p40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4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4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4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359" name="Google Shape;1359;p40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0" name="Google Shape;1360;p40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1" name="Google Shape;1361;p40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62" name="Google Shape;1362;p40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4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4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4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4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4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4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9" name="Google Shape;1369;p40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4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4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4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4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4" name="Google Shape;1374;p40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4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4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4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4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9" name="Google Shape;1379;p40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40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40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40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40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40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5" name="Google Shape;1385;p40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4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4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4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9" name="Google Shape;1389;p40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4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4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4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93" name="Google Shape;1393;p40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4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4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4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9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41"/>
          <p:cNvGrpSpPr/>
          <p:nvPr/>
        </p:nvGrpSpPr>
        <p:grpSpPr>
          <a:xfrm>
            <a:off x="261711" y="-1158"/>
            <a:ext cx="8550327" cy="3981600"/>
            <a:chOff x="261711" y="-1158"/>
            <a:chExt cx="8550327" cy="3981600"/>
          </a:xfrm>
        </p:grpSpPr>
        <p:cxnSp>
          <p:nvCxnSpPr>
            <p:cNvPr id="1399" name="Google Shape;1399;p4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0" name="Google Shape;1400;p4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401" name="Google Shape;1401;p4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4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3" name="Google Shape;1403;p4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4" name="Google Shape;1404;p4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5" name="Google Shape;1405;p4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06" name="Google Shape;1406;p4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4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8" name="Google Shape;1408;p4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9" name="Google Shape;1409;p4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0" name="Google Shape;1410;p4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11" name="Google Shape;1411;p4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4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3" name="Google Shape;1413;p4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4" name="Google Shape;1414;p4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5" name="Google Shape;1415;p4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6" name="Google Shape;1416;p4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7" name="Google Shape;1417;p4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20"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42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42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421" name="Google Shape;1421;p42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4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3" name="Google Shape;1423;p4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4" name="Google Shape;1424;p4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5" name="Google Shape;1425;p4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6" name="Google Shape;1426;p4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7" name="Google Shape;1427;p4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28" name="Google Shape;1428;p42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4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0" name="Google Shape;1430;p4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1" name="Google Shape;1431;p4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2" name="Google Shape;1432;p4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33" name="Google Shape;1433;p42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4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5" name="Google Shape;1435;p4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6" name="Google Shape;1436;p4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7" name="Google Shape;1437;p4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438" name="Google Shape;1438;p42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439" name="Google Shape;1439;p42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4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1" name="Google Shape;1441;p4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2" name="Google Shape;1442;p4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3" name="Google Shape;1443;p4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4" name="Google Shape;1444;p4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5" name="Google Shape;1445;p4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46" name="Google Shape;1446;p42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4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8" name="Google Shape;1448;p4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9" name="Google Shape;1449;p4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0" name="Google Shape;1450;p4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51" name="Google Shape;1451;p42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4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3" name="Google Shape;1453;p4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4" name="Google Shape;1454;p4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5" name="Google Shape;1455;p4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56" name="Google Shape;1456;p42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4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8" name="Google Shape;1458;p4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9" name="Google Shape;1459;p4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60" name="Google Shape;1460;p42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4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2" name="Google Shape;1462;p4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3" name="Google Shape;1463;p4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64" name="Google Shape;1464;p42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4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6" name="Google Shape;1466;p4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7" name="Google Shape;1467;p4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68" name="Google Shape;1468;p42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4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0" name="Google Shape;1470;p4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1" name="Google Shape;1471;p4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472" name="Google Shape;1472;p42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3" name="Google Shape;1473;p42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74" name="Google Shape;1474;p42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42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42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42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21"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43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43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1" name="Google Shape;1481;p43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2" name="Google Shape;1482;p43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3" name="Google Shape;1483;p43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484" name="Google Shape;1484;p43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4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6" name="Google Shape;1486;p4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7" name="Google Shape;1487;p4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8" name="Google Shape;1488;p4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9" name="Google Shape;1489;p4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0" name="Google Shape;1490;p4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91" name="Google Shape;1491;p43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4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3" name="Google Shape;1493;p4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4" name="Google Shape;1494;p4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5" name="Google Shape;1495;p4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96" name="Google Shape;1496;p43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4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8" name="Google Shape;1498;p4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9" name="Google Shape;1499;p4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0" name="Google Shape;1500;p4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01" name="Google Shape;1501;p43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43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3" name="Google Shape;1503;p43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4" name="Google Shape;1504;p43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5" name="Google Shape;1505;p43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6" name="Google Shape;1506;p43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7" name="Google Shape;1507;p43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08" name="Google Shape;1508;p43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4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0" name="Google Shape;1510;p4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1" name="Google Shape;1511;p4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512" name="Google Shape;1512;p43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3" name="Google Shape;1513;p43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4" name="Google Shape;1514;p43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515" name="Google Shape;1515;p43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4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7" name="Google Shape;1517;p4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8" name="Google Shape;1518;p4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9" name="Google Shape;1519;p4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0" name="Google Shape;1520;p4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1" name="Google Shape;1521;p4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2" name="Google Shape;1522;p43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4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4" name="Google Shape;1524;p4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5" name="Google Shape;1525;p4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6" name="Google Shape;1526;p4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7" name="Google Shape;1527;p43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4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9" name="Google Shape;1529;p4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0" name="Google Shape;1530;p4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1" name="Google Shape;1531;p4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32" name="Google Shape;1532;p43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43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43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43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43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43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38" name="Google Shape;1538;p43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4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0" name="Google Shape;1540;p4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1" name="Google Shape;1541;p4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2" name="Google Shape;1542;p43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4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4" name="Google Shape;1544;p4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5" name="Google Shape;1545;p4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22"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44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548" name="Google Shape;1548;p44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44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0" name="Google Shape;1550;p44"/>
          <p:cNvSpPr txBox="1"/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551" name="Google Shape;1551;p44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552" name="Google Shape;1552;p44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3" name="Google Shape;1553;p44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4" name="Google Shape;1554;p44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5" name="Google Shape;1555;p44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556" name="Google Shape;1556;p44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57" name="Google Shape;1557;p4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8" name="Google Shape;1558;p4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9" name="Google Shape;1559;p4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0" name="Google Shape;1560;p4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1" name="Google Shape;1561;p4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2" name="Google Shape;1562;p4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3" name="Google Shape;1563;p44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64" name="Google Shape;1564;p4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5" name="Google Shape;1565;p4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6" name="Google Shape;1566;p4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7" name="Google Shape;1567;p4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8" name="Google Shape;1568;p44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69" name="Google Shape;1569;p4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0" name="Google Shape;1570;p4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1" name="Google Shape;1571;p4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2" name="Google Shape;1572;p4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73" name="Google Shape;1573;p44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74" name="Google Shape;1574;p44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5" name="Google Shape;1575;p44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6" name="Google Shape;1576;p44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7" name="Google Shape;1577;p44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8" name="Google Shape;1578;p44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9" name="Google Shape;1579;p44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0" name="Google Shape;1580;p44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81" name="Google Shape;1581;p4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2" name="Google Shape;1582;p4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3" name="Google Shape;1583;p4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584" name="Google Shape;1584;p44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5" name="Google Shape;1585;p44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6" name="Google Shape;1586;p44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587" name="Google Shape;1587;p44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88" name="Google Shape;1588;p4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9" name="Google Shape;1589;p4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0" name="Google Shape;1590;p4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1" name="Google Shape;1591;p4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2" name="Google Shape;1592;p4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3" name="Google Shape;1593;p4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4" name="Google Shape;1594;p44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95" name="Google Shape;1595;p4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6" name="Google Shape;1596;p4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7" name="Google Shape;1597;p4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8" name="Google Shape;1598;p4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9" name="Google Shape;1599;p44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00" name="Google Shape;1600;p4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1" name="Google Shape;1601;p4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2" name="Google Shape;1602;p4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3" name="Google Shape;1603;p4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04" name="Google Shape;1604;p44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44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44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44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44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44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10" name="Google Shape;1610;p44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4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2" name="Google Shape;1612;p4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3" name="Google Shape;1613;p4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4" name="Google Shape;1614;p44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15" name="Google Shape;1615;p4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6" name="Google Shape;1616;p4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7" name="Google Shape;1617;p4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18" name="Google Shape;1618;p44"/>
          <p:cNvSpPr txBox="1"/>
          <p:nvPr>
            <p:ph idx="1" type="subTitle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"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45"/>
          <p:cNvSpPr txBox="1"/>
          <p:nvPr>
            <p:ph idx="1" type="body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1" name="Google Shape;1621;p45"/>
          <p:cNvSpPr txBox="1"/>
          <p:nvPr>
            <p:ph idx="2" type="body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2" name="Google Shape;1622;p45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23" name="Google Shape;1623;p4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624" name="Google Shape;1624;p4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625" name="Google Shape;1625;p4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626" name="Google Shape;1626;p4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7" name="Google Shape;1627;p4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8" name="Google Shape;1628;p4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9" name="Google Shape;1629;p4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0" name="Google Shape;1630;p4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1" name="Google Shape;1631;p4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32" name="Google Shape;1632;p4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633" name="Google Shape;1633;p4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4" name="Google Shape;1634;p4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5" name="Google Shape;1635;p4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6" name="Google Shape;1636;p4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37" name="Google Shape;1637;p4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638" name="Google Shape;1638;p4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9" name="Google Shape;1639;p4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0" name="Google Shape;1640;p4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1" name="Google Shape;1641;p4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642" name="Google Shape;1642;p4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643" name="Google Shape;1643;p4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644" name="Google Shape;1644;p4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5" name="Google Shape;1645;p4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6" name="Google Shape;1646;p4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7" name="Google Shape;1647;p4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8" name="Google Shape;1648;p4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9" name="Google Shape;1649;p4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50" name="Google Shape;1650;p4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651" name="Google Shape;1651;p4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2" name="Google Shape;1652;p4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3" name="Google Shape;1653;p4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4" name="Google Shape;1654;p4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55" name="Google Shape;1655;p4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656" name="Google Shape;1656;p4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7" name="Google Shape;1657;p4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8" name="Google Shape;1658;p4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9" name="Google Shape;1659;p4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60" name="Google Shape;1660;p4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661" name="Google Shape;1661;p4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2" name="Google Shape;1662;p4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3" name="Google Shape;1663;p4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64" name="Google Shape;1664;p4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665" name="Google Shape;1665;p4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6" name="Google Shape;1666;p4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7" name="Google Shape;1667;p4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68" name="Google Shape;1668;p4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69" name="Google Shape;1669;p4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0" name="Google Shape;1670;p4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1" name="Google Shape;1671;p4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2" name="Google Shape;1672;p4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73" name="Google Shape;1673;p4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4" name="Google Shape;1674;p4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5" name="Google Shape;1675;p4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676" name="Google Shape;1676;p4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7" name="Google Shape;1677;p4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78" name="Google Shape;1678;p4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4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4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4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6" name="Google Shape;1686;p1"/>
          <p:cNvGrpSpPr/>
          <p:nvPr/>
        </p:nvGrpSpPr>
        <p:grpSpPr>
          <a:xfrm>
            <a:off x="303210" y="959719"/>
            <a:ext cx="5343540" cy="4183680"/>
            <a:chOff x="469775" y="238125"/>
            <a:chExt cx="6679425" cy="5229600"/>
          </a:xfrm>
        </p:grpSpPr>
        <p:sp>
          <p:nvSpPr>
            <p:cNvPr id="1687" name="Google Shape;1687;p1"/>
            <p:cNvSpPr/>
            <p:nvPr/>
          </p:nvSpPr>
          <p:spPr>
            <a:xfrm>
              <a:off x="830950" y="238200"/>
              <a:ext cx="6001825" cy="5109175"/>
            </a:xfrm>
            <a:custGeom>
              <a:rect b="b" l="l" r="r" t="t"/>
              <a:pathLst>
                <a:path extrusionOk="0" h="204367" w="240073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1"/>
            <p:cNvSpPr/>
            <p:nvPr/>
          </p:nvSpPr>
          <p:spPr>
            <a:xfrm>
              <a:off x="1009000" y="238125"/>
              <a:ext cx="5764775" cy="5102425"/>
            </a:xfrm>
            <a:custGeom>
              <a:rect b="b" l="l" r="r" t="t"/>
              <a:pathLst>
                <a:path extrusionOk="0" h="204097" w="230591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1"/>
            <p:cNvSpPr/>
            <p:nvPr/>
          </p:nvSpPr>
          <p:spPr>
            <a:xfrm>
              <a:off x="6155150" y="3211050"/>
              <a:ext cx="888225" cy="2247525"/>
            </a:xfrm>
            <a:custGeom>
              <a:rect b="b" l="l" r="r" t="t"/>
              <a:pathLst>
                <a:path extrusionOk="0" h="89901" w="35529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1"/>
            <p:cNvSpPr/>
            <p:nvPr/>
          </p:nvSpPr>
          <p:spPr>
            <a:xfrm>
              <a:off x="2992975" y="2455100"/>
              <a:ext cx="2658575" cy="3012625"/>
            </a:xfrm>
            <a:custGeom>
              <a:rect b="b" l="l" r="r" t="t"/>
              <a:pathLst>
                <a:path extrusionOk="0" h="120505" w="106343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1"/>
            <p:cNvSpPr/>
            <p:nvPr/>
          </p:nvSpPr>
          <p:spPr>
            <a:xfrm>
              <a:off x="2992975" y="2709450"/>
              <a:ext cx="2434725" cy="2758275"/>
            </a:xfrm>
            <a:custGeom>
              <a:rect b="b" l="l" r="r" t="t"/>
              <a:pathLst>
                <a:path extrusionOk="0" h="110331" w="97389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1"/>
            <p:cNvSpPr/>
            <p:nvPr/>
          </p:nvSpPr>
          <p:spPr>
            <a:xfrm>
              <a:off x="5418525" y="2464250"/>
              <a:ext cx="224875" cy="2994325"/>
            </a:xfrm>
            <a:custGeom>
              <a:rect b="b" l="l" r="r" t="t"/>
              <a:pathLst>
                <a:path extrusionOk="0" h="119773" w="8995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1"/>
            <p:cNvSpPr/>
            <p:nvPr/>
          </p:nvSpPr>
          <p:spPr>
            <a:xfrm>
              <a:off x="55335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1"/>
            <p:cNvSpPr/>
            <p:nvPr/>
          </p:nvSpPr>
          <p:spPr>
            <a:xfrm>
              <a:off x="5525350" y="4898950"/>
              <a:ext cx="126200" cy="568775"/>
            </a:xfrm>
            <a:custGeom>
              <a:rect b="b" l="l" r="r" t="t"/>
              <a:pathLst>
                <a:path extrusionOk="0" h="22751" w="5048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1"/>
            <p:cNvSpPr/>
            <p:nvPr/>
          </p:nvSpPr>
          <p:spPr>
            <a:xfrm>
              <a:off x="5643375" y="4524550"/>
              <a:ext cx="474150" cy="934025"/>
            </a:xfrm>
            <a:custGeom>
              <a:rect b="b" l="l" r="r" t="t"/>
              <a:pathLst>
                <a:path extrusionOk="0" h="37361" w="18966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1"/>
            <p:cNvSpPr/>
            <p:nvPr/>
          </p:nvSpPr>
          <p:spPr>
            <a:xfrm>
              <a:off x="56342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1"/>
            <p:cNvSpPr/>
            <p:nvPr/>
          </p:nvSpPr>
          <p:spPr>
            <a:xfrm>
              <a:off x="18209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1"/>
            <p:cNvSpPr/>
            <p:nvPr/>
          </p:nvSpPr>
          <p:spPr>
            <a:xfrm>
              <a:off x="1812775" y="4898950"/>
              <a:ext cx="126175" cy="568775"/>
            </a:xfrm>
            <a:custGeom>
              <a:rect b="b" l="l" r="r" t="t"/>
              <a:pathLst>
                <a:path extrusionOk="0" h="22751" w="5047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1"/>
            <p:cNvSpPr/>
            <p:nvPr/>
          </p:nvSpPr>
          <p:spPr>
            <a:xfrm>
              <a:off x="1930800" y="4524550"/>
              <a:ext cx="474125" cy="934025"/>
            </a:xfrm>
            <a:custGeom>
              <a:rect b="b" l="l" r="r" t="t"/>
              <a:pathLst>
                <a:path extrusionOk="0" h="37361" w="18965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1"/>
            <p:cNvSpPr/>
            <p:nvPr/>
          </p:nvSpPr>
          <p:spPr>
            <a:xfrm>
              <a:off x="19216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1"/>
            <p:cNvSpPr/>
            <p:nvPr/>
          </p:nvSpPr>
          <p:spPr>
            <a:xfrm>
              <a:off x="1398675" y="4437050"/>
              <a:ext cx="5067825" cy="567750"/>
            </a:xfrm>
            <a:custGeom>
              <a:rect b="b" l="l" r="r" t="t"/>
              <a:pathLst>
                <a:path extrusionOk="0" h="22710" w="202713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1"/>
            <p:cNvSpPr/>
            <p:nvPr/>
          </p:nvSpPr>
          <p:spPr>
            <a:xfrm>
              <a:off x="1390525" y="4428500"/>
              <a:ext cx="5084125" cy="584450"/>
            </a:xfrm>
            <a:custGeom>
              <a:rect b="b" l="l" r="r" t="t"/>
              <a:pathLst>
                <a:path extrusionOk="0" h="23378" w="203365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1"/>
            <p:cNvSpPr/>
            <p:nvPr/>
          </p:nvSpPr>
          <p:spPr>
            <a:xfrm>
              <a:off x="1400700" y="4437050"/>
              <a:ext cx="5065800" cy="531125"/>
            </a:xfrm>
            <a:custGeom>
              <a:rect b="b" l="l" r="r" t="t"/>
              <a:pathLst>
                <a:path extrusionOk="0" h="21245" w="202632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1"/>
            <p:cNvSpPr/>
            <p:nvPr/>
          </p:nvSpPr>
          <p:spPr>
            <a:xfrm>
              <a:off x="1391550" y="4427900"/>
              <a:ext cx="5084100" cy="549425"/>
            </a:xfrm>
            <a:custGeom>
              <a:rect b="b" l="l" r="r" t="t"/>
              <a:pathLst>
                <a:path extrusionOk="0" h="21977" w="203364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1"/>
            <p:cNvSpPr/>
            <p:nvPr/>
          </p:nvSpPr>
          <p:spPr>
            <a:xfrm>
              <a:off x="5056325" y="4664950"/>
              <a:ext cx="755975" cy="213700"/>
            </a:xfrm>
            <a:custGeom>
              <a:rect b="b" l="l" r="r" t="t"/>
              <a:pathLst>
                <a:path extrusionOk="0" h="8548" w="30239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1"/>
            <p:cNvSpPr/>
            <p:nvPr/>
          </p:nvSpPr>
          <p:spPr>
            <a:xfrm>
              <a:off x="5047175" y="4656825"/>
              <a:ext cx="774275" cy="230975"/>
            </a:xfrm>
            <a:custGeom>
              <a:rect b="b" l="l" r="r" t="t"/>
              <a:pathLst>
                <a:path extrusionOk="0" h="9239" w="30971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1"/>
            <p:cNvSpPr/>
            <p:nvPr/>
          </p:nvSpPr>
          <p:spPr>
            <a:xfrm>
              <a:off x="5774625" y="4437050"/>
              <a:ext cx="691875" cy="567750"/>
            </a:xfrm>
            <a:custGeom>
              <a:rect b="b" l="l" r="r" t="t"/>
              <a:pathLst>
                <a:path extrusionOk="0" h="22710" w="27675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1"/>
            <p:cNvSpPr/>
            <p:nvPr/>
          </p:nvSpPr>
          <p:spPr>
            <a:xfrm>
              <a:off x="5766475" y="4428250"/>
              <a:ext cx="708175" cy="584775"/>
            </a:xfrm>
            <a:custGeom>
              <a:rect b="b" l="l" r="r" t="t"/>
              <a:pathLst>
                <a:path extrusionOk="0" h="23391" w="28327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1"/>
            <p:cNvSpPr/>
            <p:nvPr/>
          </p:nvSpPr>
          <p:spPr>
            <a:xfrm>
              <a:off x="5189600" y="4452300"/>
              <a:ext cx="914700" cy="283675"/>
            </a:xfrm>
            <a:custGeom>
              <a:rect b="b" l="l" r="r" t="t"/>
              <a:pathLst>
                <a:path extrusionOk="0" h="11347" w="36588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1"/>
            <p:cNvSpPr/>
            <p:nvPr/>
          </p:nvSpPr>
          <p:spPr>
            <a:xfrm>
              <a:off x="5292375" y="4676900"/>
              <a:ext cx="262500" cy="176300"/>
            </a:xfrm>
            <a:custGeom>
              <a:rect b="b" l="l" r="r" t="t"/>
              <a:pathLst>
                <a:path extrusionOk="0" h="7052" w="1050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1"/>
            <p:cNvSpPr/>
            <p:nvPr/>
          </p:nvSpPr>
          <p:spPr>
            <a:xfrm>
              <a:off x="5442950" y="4707275"/>
              <a:ext cx="72250" cy="119475"/>
            </a:xfrm>
            <a:custGeom>
              <a:rect b="b" l="l" r="r" t="t"/>
              <a:pathLst>
                <a:path extrusionOk="0" h="4779" w="289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1"/>
            <p:cNvSpPr/>
            <p:nvPr/>
          </p:nvSpPr>
          <p:spPr>
            <a:xfrm>
              <a:off x="3283975" y="4592725"/>
              <a:ext cx="2022650" cy="316425"/>
            </a:xfrm>
            <a:custGeom>
              <a:rect b="b" l="l" r="r" t="t"/>
              <a:pathLst>
                <a:path extrusionOk="0" h="12657" w="80906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1"/>
            <p:cNvSpPr/>
            <p:nvPr/>
          </p:nvSpPr>
          <p:spPr>
            <a:xfrm>
              <a:off x="3274800" y="4584575"/>
              <a:ext cx="2041000" cy="332725"/>
            </a:xfrm>
            <a:custGeom>
              <a:rect b="b" l="l" r="r" t="t"/>
              <a:pathLst>
                <a:path extrusionOk="0" h="13309" w="8164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1"/>
            <p:cNvSpPr/>
            <p:nvPr/>
          </p:nvSpPr>
          <p:spPr>
            <a:xfrm>
              <a:off x="4902700" y="4584475"/>
              <a:ext cx="413100" cy="352825"/>
            </a:xfrm>
            <a:custGeom>
              <a:rect b="b" l="l" r="r" t="t"/>
              <a:pathLst>
                <a:path extrusionOk="0" h="14113" w="16524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1"/>
            <p:cNvSpPr/>
            <p:nvPr/>
          </p:nvSpPr>
          <p:spPr>
            <a:xfrm>
              <a:off x="3283975" y="4909125"/>
              <a:ext cx="1626875" cy="19375"/>
            </a:xfrm>
            <a:custGeom>
              <a:rect b="b" l="l" r="r" t="t"/>
              <a:pathLst>
                <a:path extrusionOk="0" h="775" w="65075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1"/>
            <p:cNvSpPr/>
            <p:nvPr/>
          </p:nvSpPr>
          <p:spPr>
            <a:xfrm>
              <a:off x="3274800" y="4899975"/>
              <a:ext cx="1645225" cy="37675"/>
            </a:xfrm>
            <a:custGeom>
              <a:rect b="b" l="l" r="r" t="t"/>
              <a:pathLst>
                <a:path extrusionOk="0" h="1507" w="65809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1"/>
            <p:cNvSpPr/>
            <p:nvPr/>
          </p:nvSpPr>
          <p:spPr>
            <a:xfrm>
              <a:off x="37530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1"/>
            <p:cNvSpPr/>
            <p:nvPr/>
          </p:nvSpPr>
          <p:spPr>
            <a:xfrm>
              <a:off x="38608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1"/>
            <p:cNvSpPr/>
            <p:nvPr/>
          </p:nvSpPr>
          <p:spPr>
            <a:xfrm>
              <a:off x="36451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1"/>
            <p:cNvSpPr/>
            <p:nvPr/>
          </p:nvSpPr>
          <p:spPr>
            <a:xfrm>
              <a:off x="36980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1"/>
            <p:cNvSpPr/>
            <p:nvPr/>
          </p:nvSpPr>
          <p:spPr>
            <a:xfrm>
              <a:off x="38578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1"/>
            <p:cNvSpPr/>
            <p:nvPr/>
          </p:nvSpPr>
          <p:spPr>
            <a:xfrm>
              <a:off x="37499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1"/>
            <p:cNvSpPr/>
            <p:nvPr/>
          </p:nvSpPr>
          <p:spPr>
            <a:xfrm>
              <a:off x="39676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1"/>
            <p:cNvSpPr/>
            <p:nvPr/>
          </p:nvSpPr>
          <p:spPr>
            <a:xfrm>
              <a:off x="45048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1"/>
            <p:cNvSpPr/>
            <p:nvPr/>
          </p:nvSpPr>
          <p:spPr>
            <a:xfrm>
              <a:off x="39646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1"/>
            <p:cNvSpPr/>
            <p:nvPr/>
          </p:nvSpPr>
          <p:spPr>
            <a:xfrm>
              <a:off x="40755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1"/>
            <p:cNvSpPr/>
            <p:nvPr/>
          </p:nvSpPr>
          <p:spPr>
            <a:xfrm>
              <a:off x="47195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1"/>
            <p:cNvSpPr/>
            <p:nvPr/>
          </p:nvSpPr>
          <p:spPr>
            <a:xfrm>
              <a:off x="47724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1"/>
            <p:cNvSpPr/>
            <p:nvPr/>
          </p:nvSpPr>
          <p:spPr>
            <a:xfrm>
              <a:off x="46127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1"/>
            <p:cNvSpPr/>
            <p:nvPr/>
          </p:nvSpPr>
          <p:spPr>
            <a:xfrm>
              <a:off x="43980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1"/>
            <p:cNvSpPr/>
            <p:nvPr/>
          </p:nvSpPr>
          <p:spPr>
            <a:xfrm>
              <a:off x="41823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1"/>
            <p:cNvSpPr/>
            <p:nvPr/>
          </p:nvSpPr>
          <p:spPr>
            <a:xfrm>
              <a:off x="42902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1"/>
            <p:cNvSpPr/>
            <p:nvPr/>
          </p:nvSpPr>
          <p:spPr>
            <a:xfrm>
              <a:off x="43950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1"/>
            <p:cNvSpPr/>
            <p:nvPr/>
          </p:nvSpPr>
          <p:spPr>
            <a:xfrm>
              <a:off x="45577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1"/>
            <p:cNvSpPr/>
            <p:nvPr/>
          </p:nvSpPr>
          <p:spPr>
            <a:xfrm>
              <a:off x="43421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1"/>
            <p:cNvSpPr/>
            <p:nvPr/>
          </p:nvSpPr>
          <p:spPr>
            <a:xfrm>
              <a:off x="41274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1"/>
            <p:cNvSpPr/>
            <p:nvPr/>
          </p:nvSpPr>
          <p:spPr>
            <a:xfrm>
              <a:off x="44499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1"/>
            <p:cNvSpPr/>
            <p:nvPr/>
          </p:nvSpPr>
          <p:spPr>
            <a:xfrm>
              <a:off x="40724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1"/>
            <p:cNvSpPr/>
            <p:nvPr/>
          </p:nvSpPr>
          <p:spPr>
            <a:xfrm>
              <a:off x="3804900" y="4721925"/>
              <a:ext cx="178050" cy="59050"/>
            </a:xfrm>
            <a:custGeom>
              <a:rect b="b" l="l" r="r" t="t"/>
              <a:pathLst>
                <a:path extrusionOk="0" h="2362" w="712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1"/>
            <p:cNvSpPr/>
            <p:nvPr/>
          </p:nvSpPr>
          <p:spPr>
            <a:xfrm>
              <a:off x="40205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1"/>
            <p:cNvSpPr/>
            <p:nvPr/>
          </p:nvSpPr>
          <p:spPr>
            <a:xfrm>
              <a:off x="39127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1"/>
            <p:cNvSpPr/>
            <p:nvPr/>
          </p:nvSpPr>
          <p:spPr>
            <a:xfrm>
              <a:off x="42352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1"/>
            <p:cNvSpPr/>
            <p:nvPr/>
          </p:nvSpPr>
          <p:spPr>
            <a:xfrm>
              <a:off x="42871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1"/>
            <p:cNvSpPr/>
            <p:nvPr/>
          </p:nvSpPr>
          <p:spPr>
            <a:xfrm>
              <a:off x="48243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1"/>
            <p:cNvSpPr/>
            <p:nvPr/>
          </p:nvSpPr>
          <p:spPr>
            <a:xfrm>
              <a:off x="41803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1"/>
            <p:cNvSpPr/>
            <p:nvPr/>
          </p:nvSpPr>
          <p:spPr>
            <a:xfrm>
              <a:off x="46096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1"/>
            <p:cNvSpPr/>
            <p:nvPr/>
          </p:nvSpPr>
          <p:spPr>
            <a:xfrm>
              <a:off x="47175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1"/>
            <p:cNvSpPr/>
            <p:nvPr/>
          </p:nvSpPr>
          <p:spPr>
            <a:xfrm>
              <a:off x="46646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1"/>
            <p:cNvSpPr/>
            <p:nvPr/>
          </p:nvSpPr>
          <p:spPr>
            <a:xfrm>
              <a:off x="45018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1"/>
            <p:cNvSpPr/>
            <p:nvPr/>
          </p:nvSpPr>
          <p:spPr>
            <a:xfrm>
              <a:off x="42383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1"/>
            <p:cNvSpPr/>
            <p:nvPr/>
          </p:nvSpPr>
          <p:spPr>
            <a:xfrm>
              <a:off x="43451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1"/>
            <p:cNvSpPr/>
            <p:nvPr/>
          </p:nvSpPr>
          <p:spPr>
            <a:xfrm>
              <a:off x="41304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1"/>
            <p:cNvSpPr/>
            <p:nvPr/>
          </p:nvSpPr>
          <p:spPr>
            <a:xfrm>
              <a:off x="44530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p1"/>
            <p:cNvSpPr/>
            <p:nvPr/>
          </p:nvSpPr>
          <p:spPr>
            <a:xfrm>
              <a:off x="40226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1"/>
            <p:cNvSpPr/>
            <p:nvPr/>
          </p:nvSpPr>
          <p:spPr>
            <a:xfrm>
              <a:off x="3915800" y="4806375"/>
              <a:ext cx="178050" cy="59025"/>
            </a:xfrm>
            <a:custGeom>
              <a:rect b="b" l="l" r="r" t="t"/>
              <a:pathLst>
                <a:path extrusionOk="0" h="2361" w="7122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1"/>
            <p:cNvSpPr/>
            <p:nvPr/>
          </p:nvSpPr>
          <p:spPr>
            <a:xfrm>
              <a:off x="45598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1"/>
            <p:cNvSpPr/>
            <p:nvPr/>
          </p:nvSpPr>
          <p:spPr>
            <a:xfrm>
              <a:off x="3700100" y="4806375"/>
              <a:ext cx="179075" cy="59025"/>
            </a:xfrm>
            <a:custGeom>
              <a:rect b="b" l="l" r="r" t="t"/>
              <a:pathLst>
                <a:path extrusionOk="0" h="2361" w="716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1"/>
            <p:cNvSpPr/>
            <p:nvPr/>
          </p:nvSpPr>
          <p:spPr>
            <a:xfrm>
              <a:off x="38079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1"/>
            <p:cNvSpPr/>
            <p:nvPr/>
          </p:nvSpPr>
          <p:spPr>
            <a:xfrm>
              <a:off x="4879300" y="4721925"/>
              <a:ext cx="179075" cy="59050"/>
            </a:xfrm>
            <a:custGeom>
              <a:rect b="b" l="l" r="r" t="t"/>
              <a:pathLst>
                <a:path extrusionOk="0" h="2362" w="7163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1"/>
            <p:cNvSpPr/>
            <p:nvPr/>
          </p:nvSpPr>
          <p:spPr>
            <a:xfrm>
              <a:off x="49840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1"/>
            <p:cNvSpPr/>
            <p:nvPr/>
          </p:nvSpPr>
          <p:spPr>
            <a:xfrm>
              <a:off x="49322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1"/>
            <p:cNvSpPr/>
            <p:nvPr/>
          </p:nvSpPr>
          <p:spPr>
            <a:xfrm>
              <a:off x="35932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1"/>
            <p:cNvSpPr/>
            <p:nvPr/>
          </p:nvSpPr>
          <p:spPr>
            <a:xfrm>
              <a:off x="46676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1"/>
            <p:cNvSpPr/>
            <p:nvPr/>
          </p:nvSpPr>
          <p:spPr>
            <a:xfrm>
              <a:off x="47755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1"/>
            <p:cNvSpPr/>
            <p:nvPr/>
          </p:nvSpPr>
          <p:spPr>
            <a:xfrm>
              <a:off x="48274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1"/>
            <p:cNvSpPr/>
            <p:nvPr/>
          </p:nvSpPr>
          <p:spPr>
            <a:xfrm>
              <a:off x="35902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1"/>
            <p:cNvSpPr/>
            <p:nvPr/>
          </p:nvSpPr>
          <p:spPr>
            <a:xfrm>
              <a:off x="43400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1"/>
            <p:cNvSpPr/>
            <p:nvPr/>
          </p:nvSpPr>
          <p:spPr>
            <a:xfrm>
              <a:off x="44468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1"/>
            <p:cNvSpPr/>
            <p:nvPr/>
          </p:nvSpPr>
          <p:spPr>
            <a:xfrm>
              <a:off x="42322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1"/>
            <p:cNvSpPr/>
            <p:nvPr/>
          </p:nvSpPr>
          <p:spPr>
            <a:xfrm>
              <a:off x="45547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1"/>
            <p:cNvSpPr/>
            <p:nvPr/>
          </p:nvSpPr>
          <p:spPr>
            <a:xfrm>
              <a:off x="47694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1"/>
            <p:cNvSpPr/>
            <p:nvPr/>
          </p:nvSpPr>
          <p:spPr>
            <a:xfrm>
              <a:off x="46615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1"/>
            <p:cNvSpPr/>
            <p:nvPr/>
          </p:nvSpPr>
          <p:spPr>
            <a:xfrm>
              <a:off x="41243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1"/>
            <p:cNvSpPr/>
            <p:nvPr/>
          </p:nvSpPr>
          <p:spPr>
            <a:xfrm>
              <a:off x="35383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1"/>
            <p:cNvSpPr/>
            <p:nvPr/>
          </p:nvSpPr>
          <p:spPr>
            <a:xfrm>
              <a:off x="3642100" y="4679200"/>
              <a:ext cx="179100" cy="60050"/>
            </a:xfrm>
            <a:custGeom>
              <a:rect b="b" l="l" r="r" t="t"/>
              <a:pathLst>
                <a:path extrusionOk="0" h="2402" w="7164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1"/>
            <p:cNvSpPr/>
            <p:nvPr/>
          </p:nvSpPr>
          <p:spPr>
            <a:xfrm>
              <a:off x="48772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1"/>
            <p:cNvSpPr/>
            <p:nvPr/>
          </p:nvSpPr>
          <p:spPr>
            <a:xfrm>
              <a:off x="34854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1"/>
            <p:cNvSpPr/>
            <p:nvPr/>
          </p:nvSpPr>
          <p:spPr>
            <a:xfrm>
              <a:off x="36950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1"/>
            <p:cNvSpPr/>
            <p:nvPr/>
          </p:nvSpPr>
          <p:spPr>
            <a:xfrm>
              <a:off x="39096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1"/>
            <p:cNvSpPr/>
            <p:nvPr/>
          </p:nvSpPr>
          <p:spPr>
            <a:xfrm>
              <a:off x="3801825" y="4637475"/>
              <a:ext cx="179100" cy="59050"/>
            </a:xfrm>
            <a:custGeom>
              <a:rect b="b" l="l" r="r" t="t"/>
              <a:pathLst>
                <a:path extrusionOk="0" h="2362" w="7164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1"/>
            <p:cNvSpPr/>
            <p:nvPr/>
          </p:nvSpPr>
          <p:spPr>
            <a:xfrm>
              <a:off x="40175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1"/>
            <p:cNvSpPr/>
            <p:nvPr/>
          </p:nvSpPr>
          <p:spPr>
            <a:xfrm>
              <a:off x="479180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1"/>
            <p:cNvSpPr/>
            <p:nvPr/>
          </p:nvSpPr>
          <p:spPr>
            <a:xfrm>
              <a:off x="4786700" y="4470625"/>
              <a:ext cx="667450" cy="89550"/>
            </a:xfrm>
            <a:custGeom>
              <a:rect b="b" l="l" r="r" t="t"/>
              <a:pathLst>
                <a:path extrusionOk="0" h="3582" w="26698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1"/>
            <p:cNvSpPr/>
            <p:nvPr/>
          </p:nvSpPr>
          <p:spPr>
            <a:xfrm>
              <a:off x="509702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1"/>
            <p:cNvSpPr/>
            <p:nvPr/>
          </p:nvSpPr>
          <p:spPr>
            <a:xfrm>
              <a:off x="5088875" y="4119600"/>
              <a:ext cx="120075" cy="410050"/>
            </a:xfrm>
            <a:custGeom>
              <a:rect b="b" l="l" r="r" t="t"/>
              <a:pathLst>
                <a:path extrusionOk="0" h="16402" w="4803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1"/>
            <p:cNvSpPr/>
            <p:nvPr/>
          </p:nvSpPr>
          <p:spPr>
            <a:xfrm>
              <a:off x="5080750" y="4128775"/>
              <a:ext cx="135325" cy="284900"/>
            </a:xfrm>
            <a:custGeom>
              <a:rect b="b" l="l" r="r" t="t"/>
              <a:pathLst>
                <a:path extrusionOk="0" h="11396" w="5413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1"/>
            <p:cNvSpPr/>
            <p:nvPr/>
          </p:nvSpPr>
          <p:spPr>
            <a:xfrm>
              <a:off x="507260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1"/>
            <p:cNvSpPr/>
            <p:nvPr/>
          </p:nvSpPr>
          <p:spPr>
            <a:xfrm>
              <a:off x="431970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1"/>
            <p:cNvSpPr/>
            <p:nvPr/>
          </p:nvSpPr>
          <p:spPr>
            <a:xfrm>
              <a:off x="4310550" y="2813225"/>
              <a:ext cx="1724550" cy="1352200"/>
            </a:xfrm>
            <a:custGeom>
              <a:rect b="b" l="l" r="r" t="t"/>
              <a:pathLst>
                <a:path extrusionOk="0" h="54088" w="68982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1"/>
            <p:cNvSpPr/>
            <p:nvPr/>
          </p:nvSpPr>
          <p:spPr>
            <a:xfrm>
              <a:off x="4410250" y="2892600"/>
              <a:ext cx="1525150" cy="1193450"/>
            </a:xfrm>
            <a:custGeom>
              <a:rect b="b" l="l" r="r" t="t"/>
              <a:pathLst>
                <a:path extrusionOk="0" h="47738" w="61006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1"/>
            <p:cNvSpPr/>
            <p:nvPr/>
          </p:nvSpPr>
          <p:spPr>
            <a:xfrm>
              <a:off x="440212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1"/>
            <p:cNvSpPr/>
            <p:nvPr/>
          </p:nvSpPr>
          <p:spPr>
            <a:xfrm>
              <a:off x="4506925" y="2953625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p1"/>
            <p:cNvSpPr/>
            <p:nvPr/>
          </p:nvSpPr>
          <p:spPr>
            <a:xfrm>
              <a:off x="4506925" y="3313800"/>
              <a:ext cx="534150" cy="334775"/>
            </a:xfrm>
            <a:custGeom>
              <a:rect b="b" l="l" r="r" t="t"/>
              <a:pathLst>
                <a:path extrusionOk="0" h="13391" w="21366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p1"/>
            <p:cNvSpPr/>
            <p:nvPr/>
          </p:nvSpPr>
          <p:spPr>
            <a:xfrm>
              <a:off x="4506925" y="3681100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p1"/>
            <p:cNvSpPr/>
            <p:nvPr/>
          </p:nvSpPr>
          <p:spPr>
            <a:xfrm>
              <a:off x="5110250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1"/>
            <p:cNvSpPr/>
            <p:nvPr/>
          </p:nvSpPr>
          <p:spPr>
            <a:xfrm>
              <a:off x="5110250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1"/>
            <p:cNvSpPr/>
            <p:nvPr/>
          </p:nvSpPr>
          <p:spPr>
            <a:xfrm>
              <a:off x="3941225" y="2531400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1"/>
            <p:cNvSpPr/>
            <p:nvPr/>
          </p:nvSpPr>
          <p:spPr>
            <a:xfrm>
              <a:off x="3936125" y="2523250"/>
              <a:ext cx="668475" cy="89575"/>
            </a:xfrm>
            <a:custGeom>
              <a:rect b="b" l="l" r="r" t="t"/>
              <a:pathLst>
                <a:path extrusionOk="0" h="3583" w="26739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p1"/>
            <p:cNvSpPr/>
            <p:nvPr/>
          </p:nvSpPr>
          <p:spPr>
            <a:xfrm>
              <a:off x="4246450" y="2181400"/>
              <a:ext cx="103800" cy="392750"/>
            </a:xfrm>
            <a:custGeom>
              <a:rect b="b" l="l" r="r" t="t"/>
              <a:pathLst>
                <a:path extrusionOk="0" h="15710" w="4152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1"/>
            <p:cNvSpPr/>
            <p:nvPr/>
          </p:nvSpPr>
          <p:spPr>
            <a:xfrm>
              <a:off x="4238300" y="217225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1"/>
            <p:cNvSpPr/>
            <p:nvPr/>
          </p:nvSpPr>
          <p:spPr>
            <a:xfrm>
              <a:off x="4230175" y="2181400"/>
              <a:ext cx="136350" cy="284900"/>
            </a:xfrm>
            <a:custGeom>
              <a:rect b="b" l="l" r="r" t="t"/>
              <a:pathLst>
                <a:path extrusionOk="0" h="11396" w="5454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1"/>
            <p:cNvSpPr/>
            <p:nvPr/>
          </p:nvSpPr>
          <p:spPr>
            <a:xfrm>
              <a:off x="4222025" y="2172250"/>
              <a:ext cx="152650" cy="303225"/>
            </a:xfrm>
            <a:custGeom>
              <a:rect b="b" l="l" r="r" t="t"/>
              <a:pathLst>
                <a:path extrusionOk="0" h="12129" w="6106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1"/>
            <p:cNvSpPr/>
            <p:nvPr/>
          </p:nvSpPr>
          <p:spPr>
            <a:xfrm>
              <a:off x="3469125" y="874000"/>
              <a:ext cx="1707275" cy="1335925"/>
            </a:xfrm>
            <a:custGeom>
              <a:rect b="b" l="l" r="r" t="t"/>
              <a:pathLst>
                <a:path extrusionOk="0" h="53437" w="68291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1"/>
            <p:cNvSpPr/>
            <p:nvPr/>
          </p:nvSpPr>
          <p:spPr>
            <a:xfrm>
              <a:off x="3461000" y="865875"/>
              <a:ext cx="1723550" cy="1352175"/>
            </a:xfrm>
            <a:custGeom>
              <a:rect b="b" l="l" r="r" t="t"/>
              <a:pathLst>
                <a:path extrusionOk="0" h="54087" w="68942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1"/>
            <p:cNvSpPr/>
            <p:nvPr/>
          </p:nvSpPr>
          <p:spPr>
            <a:xfrm>
              <a:off x="3560700" y="945225"/>
              <a:ext cx="1524125" cy="1193475"/>
            </a:xfrm>
            <a:custGeom>
              <a:rect b="b" l="l" r="r" t="t"/>
              <a:pathLst>
                <a:path extrusionOk="0" h="47739" w="60965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1"/>
            <p:cNvSpPr/>
            <p:nvPr/>
          </p:nvSpPr>
          <p:spPr>
            <a:xfrm>
              <a:off x="3551550" y="937075"/>
              <a:ext cx="1542450" cy="1209750"/>
            </a:xfrm>
            <a:custGeom>
              <a:rect b="b" l="l" r="r" t="t"/>
              <a:pathLst>
                <a:path extrusionOk="0" h="48390" w="61698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1"/>
            <p:cNvSpPr/>
            <p:nvPr/>
          </p:nvSpPr>
          <p:spPr>
            <a:xfrm>
              <a:off x="3671600" y="1070375"/>
              <a:ext cx="637950" cy="293050"/>
            </a:xfrm>
            <a:custGeom>
              <a:rect b="b" l="l" r="r" t="t"/>
              <a:pathLst>
                <a:path extrusionOk="0" h="11722" w="25518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1"/>
            <p:cNvSpPr/>
            <p:nvPr/>
          </p:nvSpPr>
          <p:spPr>
            <a:xfrm>
              <a:off x="3760125" y="1538400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1"/>
            <p:cNvSpPr/>
            <p:nvPr/>
          </p:nvSpPr>
          <p:spPr>
            <a:xfrm>
              <a:off x="3760125" y="1639125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1"/>
            <p:cNvSpPr/>
            <p:nvPr/>
          </p:nvSpPr>
          <p:spPr>
            <a:xfrm>
              <a:off x="3760125" y="1866000"/>
              <a:ext cx="1047975" cy="115000"/>
            </a:xfrm>
            <a:custGeom>
              <a:rect b="b" l="l" r="r" t="t"/>
              <a:pathLst>
                <a:path extrusionOk="0" h="4600" w="41919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1"/>
            <p:cNvSpPr/>
            <p:nvPr/>
          </p:nvSpPr>
          <p:spPr>
            <a:xfrm>
              <a:off x="3760125" y="1764250"/>
              <a:ext cx="1047975" cy="116025"/>
            </a:xfrm>
            <a:custGeom>
              <a:rect b="b" l="l" r="r" t="t"/>
              <a:pathLst>
                <a:path extrusionOk="0" h="4641" w="41919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1"/>
            <p:cNvSpPr/>
            <p:nvPr/>
          </p:nvSpPr>
          <p:spPr>
            <a:xfrm>
              <a:off x="4825375" y="1479375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1"/>
            <p:cNvSpPr/>
            <p:nvPr/>
          </p:nvSpPr>
          <p:spPr>
            <a:xfrm>
              <a:off x="4825375" y="1599425"/>
              <a:ext cx="96675" cy="96700"/>
            </a:xfrm>
            <a:custGeom>
              <a:rect b="b" l="l" r="r" t="t"/>
              <a:pathLst>
                <a:path extrusionOk="0" h="3868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1"/>
            <p:cNvSpPr/>
            <p:nvPr/>
          </p:nvSpPr>
          <p:spPr>
            <a:xfrm>
              <a:off x="4825375" y="1804950"/>
              <a:ext cx="96675" cy="96675"/>
            </a:xfrm>
            <a:custGeom>
              <a:rect b="b" l="l" r="r" t="t"/>
              <a:pathLst>
                <a:path extrusionOk="0" h="3867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1"/>
            <p:cNvSpPr/>
            <p:nvPr/>
          </p:nvSpPr>
          <p:spPr>
            <a:xfrm>
              <a:off x="4825375" y="1924000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1"/>
            <p:cNvSpPr/>
            <p:nvPr/>
          </p:nvSpPr>
          <p:spPr>
            <a:xfrm>
              <a:off x="3644125" y="1479375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1"/>
            <p:cNvSpPr/>
            <p:nvPr/>
          </p:nvSpPr>
          <p:spPr>
            <a:xfrm>
              <a:off x="3644125" y="1599425"/>
              <a:ext cx="96700" cy="96700"/>
            </a:xfrm>
            <a:custGeom>
              <a:rect b="b" l="l" r="r" t="t"/>
              <a:pathLst>
                <a:path extrusionOk="0" h="3868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1"/>
            <p:cNvSpPr/>
            <p:nvPr/>
          </p:nvSpPr>
          <p:spPr>
            <a:xfrm>
              <a:off x="3644125" y="1804950"/>
              <a:ext cx="96700" cy="96675"/>
            </a:xfrm>
            <a:custGeom>
              <a:rect b="b" l="l" r="r" t="t"/>
              <a:pathLst>
                <a:path extrusionOk="0" h="3867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1"/>
            <p:cNvSpPr/>
            <p:nvPr/>
          </p:nvSpPr>
          <p:spPr>
            <a:xfrm>
              <a:off x="3644125" y="1924000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1"/>
            <p:cNvSpPr/>
            <p:nvPr/>
          </p:nvSpPr>
          <p:spPr>
            <a:xfrm>
              <a:off x="4389900" y="105307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1"/>
            <p:cNvSpPr/>
            <p:nvPr/>
          </p:nvSpPr>
          <p:spPr>
            <a:xfrm>
              <a:off x="279255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1"/>
            <p:cNvSpPr/>
            <p:nvPr/>
          </p:nvSpPr>
          <p:spPr>
            <a:xfrm>
              <a:off x="2787450" y="4470625"/>
              <a:ext cx="667475" cy="89550"/>
            </a:xfrm>
            <a:custGeom>
              <a:rect b="b" l="l" r="r" t="t"/>
              <a:pathLst>
                <a:path extrusionOk="0" h="3582" w="26699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1"/>
            <p:cNvSpPr/>
            <p:nvPr/>
          </p:nvSpPr>
          <p:spPr>
            <a:xfrm>
              <a:off x="309777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1"/>
            <p:cNvSpPr/>
            <p:nvPr/>
          </p:nvSpPr>
          <p:spPr>
            <a:xfrm>
              <a:off x="3089625" y="411960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1"/>
            <p:cNvSpPr/>
            <p:nvPr/>
          </p:nvSpPr>
          <p:spPr>
            <a:xfrm>
              <a:off x="3081500" y="4128775"/>
              <a:ext cx="135350" cy="284900"/>
            </a:xfrm>
            <a:custGeom>
              <a:rect b="b" l="l" r="r" t="t"/>
              <a:pathLst>
                <a:path extrusionOk="0" h="11396" w="5414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1"/>
            <p:cNvSpPr/>
            <p:nvPr/>
          </p:nvSpPr>
          <p:spPr>
            <a:xfrm>
              <a:off x="307335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1"/>
            <p:cNvSpPr/>
            <p:nvPr/>
          </p:nvSpPr>
          <p:spPr>
            <a:xfrm>
              <a:off x="232045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1"/>
            <p:cNvSpPr/>
            <p:nvPr/>
          </p:nvSpPr>
          <p:spPr>
            <a:xfrm>
              <a:off x="2311300" y="2813225"/>
              <a:ext cx="1724575" cy="1352200"/>
            </a:xfrm>
            <a:custGeom>
              <a:rect b="b" l="l" r="r" t="t"/>
              <a:pathLst>
                <a:path extrusionOk="0" h="54088" w="68983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1"/>
            <p:cNvSpPr/>
            <p:nvPr/>
          </p:nvSpPr>
          <p:spPr>
            <a:xfrm>
              <a:off x="2411025" y="2892600"/>
              <a:ext cx="1525125" cy="1193450"/>
            </a:xfrm>
            <a:custGeom>
              <a:rect b="b" l="l" r="r" t="t"/>
              <a:pathLst>
                <a:path extrusionOk="0" h="47738" w="61005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1"/>
            <p:cNvSpPr/>
            <p:nvPr/>
          </p:nvSpPr>
          <p:spPr>
            <a:xfrm>
              <a:off x="240287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1"/>
            <p:cNvSpPr/>
            <p:nvPr/>
          </p:nvSpPr>
          <p:spPr>
            <a:xfrm>
              <a:off x="270097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p1"/>
            <p:cNvSpPr/>
            <p:nvPr/>
          </p:nvSpPr>
          <p:spPr>
            <a:xfrm>
              <a:off x="2700975" y="3313800"/>
              <a:ext cx="534175" cy="334775"/>
            </a:xfrm>
            <a:custGeom>
              <a:rect b="b" l="l" r="r" t="t"/>
              <a:pathLst>
                <a:path extrusionOk="0" h="13391" w="21367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p1"/>
            <p:cNvSpPr/>
            <p:nvPr/>
          </p:nvSpPr>
          <p:spPr>
            <a:xfrm>
              <a:off x="2700975" y="368110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p1"/>
            <p:cNvSpPr/>
            <p:nvPr/>
          </p:nvSpPr>
          <p:spPr>
            <a:xfrm>
              <a:off x="2692850" y="3672950"/>
              <a:ext cx="551450" cy="352075"/>
            </a:xfrm>
            <a:custGeom>
              <a:rect b="b" l="l" r="r" t="t"/>
              <a:pathLst>
                <a:path extrusionOk="0" h="14083" w="22058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p1"/>
            <p:cNvSpPr/>
            <p:nvPr/>
          </p:nvSpPr>
          <p:spPr>
            <a:xfrm>
              <a:off x="330432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p1"/>
            <p:cNvSpPr/>
            <p:nvPr/>
          </p:nvSpPr>
          <p:spPr>
            <a:xfrm>
              <a:off x="3304325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p1"/>
            <p:cNvSpPr/>
            <p:nvPr/>
          </p:nvSpPr>
          <p:spPr>
            <a:xfrm>
              <a:off x="3173075" y="2324875"/>
              <a:ext cx="135325" cy="249275"/>
            </a:xfrm>
            <a:custGeom>
              <a:rect b="b" l="l" r="r" t="t"/>
              <a:pathLst>
                <a:path extrusionOk="0" h="9971" w="5413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1"/>
            <p:cNvSpPr/>
            <p:nvPr/>
          </p:nvSpPr>
          <p:spPr>
            <a:xfrm>
              <a:off x="2390675" y="1910275"/>
              <a:ext cx="866850" cy="1118675"/>
            </a:xfrm>
            <a:custGeom>
              <a:rect b="b" l="l" r="r" t="t"/>
              <a:pathLst>
                <a:path extrusionOk="0" h="44747" w="34674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p1"/>
            <p:cNvSpPr/>
            <p:nvPr/>
          </p:nvSpPr>
          <p:spPr>
            <a:xfrm>
              <a:off x="2431350" y="1943325"/>
              <a:ext cx="633900" cy="998125"/>
            </a:xfrm>
            <a:custGeom>
              <a:rect b="b" l="l" r="r" t="t"/>
              <a:pathLst>
                <a:path extrusionOk="0" h="39925" w="25356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p1"/>
            <p:cNvSpPr/>
            <p:nvPr/>
          </p:nvSpPr>
          <p:spPr>
            <a:xfrm>
              <a:off x="2939050" y="2055250"/>
              <a:ext cx="304250" cy="177050"/>
            </a:xfrm>
            <a:custGeom>
              <a:rect b="b" l="l" r="r" t="t"/>
              <a:pathLst>
                <a:path extrusionOk="0" h="7082" w="1217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1"/>
            <p:cNvSpPr/>
            <p:nvPr/>
          </p:nvSpPr>
          <p:spPr>
            <a:xfrm>
              <a:off x="2382525" y="1901600"/>
              <a:ext cx="878075" cy="1136150"/>
            </a:xfrm>
            <a:custGeom>
              <a:rect b="b" l="l" r="r" t="t"/>
              <a:pathLst>
                <a:path extrusionOk="0" h="45446" w="35123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1"/>
            <p:cNvSpPr/>
            <p:nvPr/>
          </p:nvSpPr>
          <p:spPr>
            <a:xfrm>
              <a:off x="2417125" y="1742250"/>
              <a:ext cx="1039825" cy="903125"/>
            </a:xfrm>
            <a:custGeom>
              <a:rect b="b" l="l" r="r" t="t"/>
              <a:pathLst>
                <a:path extrusionOk="0" h="36125" w="41593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p1"/>
            <p:cNvSpPr/>
            <p:nvPr/>
          </p:nvSpPr>
          <p:spPr>
            <a:xfrm>
              <a:off x="2435425" y="1733725"/>
              <a:ext cx="997100" cy="919800"/>
            </a:xfrm>
            <a:custGeom>
              <a:rect b="b" l="l" r="r" t="t"/>
              <a:pathLst>
                <a:path extrusionOk="0" h="36792" w="39884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1"/>
            <p:cNvSpPr/>
            <p:nvPr/>
          </p:nvSpPr>
          <p:spPr>
            <a:xfrm>
              <a:off x="2586000" y="2406000"/>
              <a:ext cx="59050" cy="52500"/>
            </a:xfrm>
            <a:custGeom>
              <a:rect b="b" l="l" r="r" t="t"/>
              <a:pathLst>
                <a:path extrusionOk="0" h="2100" w="2362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1"/>
            <p:cNvSpPr/>
            <p:nvPr/>
          </p:nvSpPr>
          <p:spPr>
            <a:xfrm>
              <a:off x="2671475" y="1981950"/>
              <a:ext cx="727475" cy="348225"/>
            </a:xfrm>
            <a:custGeom>
              <a:rect b="b" l="l" r="r" t="t"/>
              <a:pathLst>
                <a:path extrusionOk="0" h="13929" w="29099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1"/>
            <p:cNvSpPr/>
            <p:nvPr/>
          </p:nvSpPr>
          <p:spPr>
            <a:xfrm>
              <a:off x="2657225" y="2145625"/>
              <a:ext cx="358175" cy="400300"/>
            </a:xfrm>
            <a:custGeom>
              <a:rect b="b" l="l" r="r" t="t"/>
              <a:pathLst>
                <a:path extrusionOk="0" h="16012" w="14327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1"/>
            <p:cNvSpPr/>
            <p:nvPr/>
          </p:nvSpPr>
          <p:spPr>
            <a:xfrm>
              <a:off x="2814925" y="2364375"/>
              <a:ext cx="487375" cy="66325"/>
            </a:xfrm>
            <a:custGeom>
              <a:rect b="b" l="l" r="r" t="t"/>
              <a:pathLst>
                <a:path extrusionOk="0" h="2653" w="19495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1"/>
            <p:cNvSpPr/>
            <p:nvPr/>
          </p:nvSpPr>
          <p:spPr>
            <a:xfrm>
              <a:off x="2735575" y="2281825"/>
              <a:ext cx="160775" cy="314125"/>
            </a:xfrm>
            <a:custGeom>
              <a:rect b="b" l="l" r="r" t="t"/>
              <a:pathLst>
                <a:path extrusionOk="0" h="12565" w="6431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1"/>
            <p:cNvSpPr/>
            <p:nvPr/>
          </p:nvSpPr>
          <p:spPr>
            <a:xfrm>
              <a:off x="2734550" y="2272975"/>
              <a:ext cx="163825" cy="331700"/>
            </a:xfrm>
            <a:custGeom>
              <a:rect b="b" l="l" r="r" t="t"/>
              <a:pathLst>
                <a:path extrusionOk="0" h="13268" w="6553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1"/>
            <p:cNvSpPr/>
            <p:nvPr/>
          </p:nvSpPr>
          <p:spPr>
            <a:xfrm>
              <a:off x="1585875" y="4992575"/>
              <a:ext cx="2500875" cy="466000"/>
            </a:xfrm>
            <a:custGeom>
              <a:rect b="b" l="l" r="r" t="t"/>
              <a:pathLst>
                <a:path extrusionOk="0" h="18640" w="100035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1"/>
            <p:cNvSpPr/>
            <p:nvPr/>
          </p:nvSpPr>
          <p:spPr>
            <a:xfrm>
              <a:off x="1577750" y="4984425"/>
              <a:ext cx="2518150" cy="483300"/>
            </a:xfrm>
            <a:custGeom>
              <a:rect b="b" l="l" r="r" t="t"/>
              <a:pathLst>
                <a:path extrusionOk="0" h="19332" w="100726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1"/>
            <p:cNvSpPr/>
            <p:nvPr/>
          </p:nvSpPr>
          <p:spPr>
            <a:xfrm>
              <a:off x="1598100" y="2881400"/>
              <a:ext cx="1406100" cy="2341600"/>
            </a:xfrm>
            <a:custGeom>
              <a:rect b="b" l="l" r="r" t="t"/>
              <a:pathLst>
                <a:path extrusionOk="0" h="93664" w="56244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1"/>
            <p:cNvSpPr/>
            <p:nvPr/>
          </p:nvSpPr>
          <p:spPr>
            <a:xfrm>
              <a:off x="1631675" y="2921075"/>
              <a:ext cx="1264675" cy="2293325"/>
            </a:xfrm>
            <a:custGeom>
              <a:rect b="b" l="l" r="r" t="t"/>
              <a:pathLst>
                <a:path extrusionOk="0" h="91733" w="50587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1"/>
            <p:cNvSpPr/>
            <p:nvPr/>
          </p:nvSpPr>
          <p:spPr>
            <a:xfrm>
              <a:off x="2061025" y="3553925"/>
              <a:ext cx="189250" cy="494225"/>
            </a:xfrm>
            <a:custGeom>
              <a:rect b="b" l="l" r="r" t="t"/>
              <a:pathLst>
                <a:path extrusionOk="0" h="19769" w="757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p1"/>
            <p:cNvSpPr/>
            <p:nvPr/>
          </p:nvSpPr>
          <p:spPr>
            <a:xfrm>
              <a:off x="2482225" y="4041475"/>
              <a:ext cx="199450" cy="202600"/>
            </a:xfrm>
            <a:custGeom>
              <a:rect b="b" l="l" r="r" t="t"/>
              <a:pathLst>
                <a:path extrusionOk="0" h="8104" w="7978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p1"/>
            <p:cNvSpPr/>
            <p:nvPr/>
          </p:nvSpPr>
          <p:spPr>
            <a:xfrm>
              <a:off x="2361150" y="4252250"/>
              <a:ext cx="335775" cy="50525"/>
            </a:xfrm>
            <a:custGeom>
              <a:rect b="b" l="l" r="r" t="t"/>
              <a:pathLst>
                <a:path extrusionOk="0" h="2021" w="13431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1"/>
            <p:cNvSpPr/>
            <p:nvPr/>
          </p:nvSpPr>
          <p:spPr>
            <a:xfrm>
              <a:off x="2311300" y="4874800"/>
              <a:ext cx="481275" cy="353625"/>
            </a:xfrm>
            <a:custGeom>
              <a:rect b="b" l="l" r="r" t="t"/>
              <a:pathLst>
                <a:path extrusionOk="0" h="14145" w="19251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1"/>
            <p:cNvSpPr/>
            <p:nvPr/>
          </p:nvSpPr>
          <p:spPr>
            <a:xfrm>
              <a:off x="1614375" y="2872825"/>
              <a:ext cx="1385750" cy="2358850"/>
            </a:xfrm>
            <a:custGeom>
              <a:rect b="b" l="l" r="r" t="t"/>
              <a:pathLst>
                <a:path extrusionOk="0" h="94354" w="5543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1"/>
            <p:cNvSpPr/>
            <p:nvPr/>
          </p:nvSpPr>
          <p:spPr>
            <a:xfrm>
              <a:off x="2237025" y="2767550"/>
              <a:ext cx="724450" cy="471000"/>
            </a:xfrm>
            <a:custGeom>
              <a:rect b="b" l="l" r="r" t="t"/>
              <a:pathLst>
                <a:path extrusionOk="0" h="18840" w="28978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1"/>
            <p:cNvSpPr/>
            <p:nvPr/>
          </p:nvSpPr>
          <p:spPr>
            <a:xfrm>
              <a:off x="2237025" y="2767450"/>
              <a:ext cx="532150" cy="315425"/>
            </a:xfrm>
            <a:custGeom>
              <a:rect b="b" l="l" r="r" t="t"/>
              <a:pathLst>
                <a:path extrusionOk="0" h="12617" w="21286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p1"/>
            <p:cNvSpPr/>
            <p:nvPr/>
          </p:nvSpPr>
          <p:spPr>
            <a:xfrm>
              <a:off x="2227875" y="2759300"/>
              <a:ext cx="742750" cy="488050"/>
            </a:xfrm>
            <a:custGeom>
              <a:rect b="b" l="l" r="r" t="t"/>
              <a:pathLst>
                <a:path extrusionOk="0" h="19522" w="2971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1"/>
            <p:cNvSpPr/>
            <p:nvPr/>
          </p:nvSpPr>
          <p:spPr>
            <a:xfrm>
              <a:off x="3860850" y="4333950"/>
              <a:ext cx="672550" cy="470425"/>
            </a:xfrm>
            <a:custGeom>
              <a:rect b="b" l="l" r="r" t="t"/>
              <a:pathLst>
                <a:path extrusionOk="0" h="18817" w="26902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1"/>
            <p:cNvSpPr/>
            <p:nvPr/>
          </p:nvSpPr>
          <p:spPr>
            <a:xfrm>
              <a:off x="3852700" y="4326150"/>
              <a:ext cx="674575" cy="486350"/>
            </a:xfrm>
            <a:custGeom>
              <a:rect b="b" l="l" r="r" t="t"/>
              <a:pathLst>
                <a:path extrusionOk="0" h="19454" w="26983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p1"/>
            <p:cNvSpPr/>
            <p:nvPr/>
          </p:nvSpPr>
          <p:spPr>
            <a:xfrm>
              <a:off x="4208800" y="4389225"/>
              <a:ext cx="212675" cy="101775"/>
            </a:xfrm>
            <a:custGeom>
              <a:rect b="b" l="l" r="r" t="t"/>
              <a:pathLst>
                <a:path extrusionOk="0" h="4071" w="8507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1"/>
            <p:cNvSpPr/>
            <p:nvPr/>
          </p:nvSpPr>
          <p:spPr>
            <a:xfrm>
              <a:off x="4107075" y="4395325"/>
              <a:ext cx="78350" cy="56000"/>
            </a:xfrm>
            <a:custGeom>
              <a:rect b="b" l="l" r="r" t="t"/>
              <a:pathLst>
                <a:path extrusionOk="0" h="2240" w="3134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1"/>
            <p:cNvSpPr/>
            <p:nvPr/>
          </p:nvSpPr>
          <p:spPr>
            <a:xfrm>
              <a:off x="3132375" y="4321475"/>
              <a:ext cx="590625" cy="357750"/>
            </a:xfrm>
            <a:custGeom>
              <a:rect b="b" l="l" r="r" t="t"/>
              <a:pathLst>
                <a:path extrusionOk="0" h="14310" w="23625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1"/>
            <p:cNvSpPr/>
            <p:nvPr/>
          </p:nvSpPr>
          <p:spPr>
            <a:xfrm>
              <a:off x="3136450" y="4312925"/>
              <a:ext cx="579950" cy="374425"/>
            </a:xfrm>
            <a:custGeom>
              <a:rect b="b" l="l" r="r" t="t"/>
              <a:pathLst>
                <a:path extrusionOk="0" h="14977" w="23198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p1"/>
            <p:cNvSpPr/>
            <p:nvPr/>
          </p:nvSpPr>
          <p:spPr>
            <a:xfrm>
              <a:off x="3444725" y="4365825"/>
              <a:ext cx="110925" cy="69225"/>
            </a:xfrm>
            <a:custGeom>
              <a:rect b="b" l="l" r="r" t="t"/>
              <a:pathLst>
                <a:path extrusionOk="0" h="2769" w="4437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1"/>
            <p:cNvSpPr/>
            <p:nvPr/>
          </p:nvSpPr>
          <p:spPr>
            <a:xfrm>
              <a:off x="3362300" y="4339625"/>
              <a:ext cx="85500" cy="62600"/>
            </a:xfrm>
            <a:custGeom>
              <a:rect b="b" l="l" r="r" t="t"/>
              <a:pathLst>
                <a:path extrusionOk="0" h="2504" w="342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1"/>
            <p:cNvSpPr/>
            <p:nvPr/>
          </p:nvSpPr>
          <p:spPr>
            <a:xfrm>
              <a:off x="2535150" y="3264975"/>
              <a:ext cx="1519025" cy="2054400"/>
            </a:xfrm>
            <a:custGeom>
              <a:rect b="b" l="l" r="r" t="t"/>
              <a:pathLst>
                <a:path extrusionOk="0" h="82176" w="60761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1"/>
            <p:cNvSpPr/>
            <p:nvPr/>
          </p:nvSpPr>
          <p:spPr>
            <a:xfrm>
              <a:off x="2553450" y="3316850"/>
              <a:ext cx="1490550" cy="2002325"/>
            </a:xfrm>
            <a:custGeom>
              <a:rect b="b" l="l" r="r" t="t"/>
              <a:pathLst>
                <a:path extrusionOk="0" h="80093" w="59622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p1"/>
            <p:cNvSpPr/>
            <p:nvPr/>
          </p:nvSpPr>
          <p:spPr>
            <a:xfrm>
              <a:off x="2545325" y="3256325"/>
              <a:ext cx="1502750" cy="2072025"/>
            </a:xfrm>
            <a:custGeom>
              <a:rect b="b" l="l" r="r" t="t"/>
              <a:pathLst>
                <a:path extrusionOk="0" h="82881" w="6011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3" name="Google Shape;1873;p1"/>
            <p:cNvSpPr/>
            <p:nvPr/>
          </p:nvSpPr>
          <p:spPr>
            <a:xfrm>
              <a:off x="3802850" y="4638300"/>
              <a:ext cx="175025" cy="233225"/>
            </a:xfrm>
            <a:custGeom>
              <a:rect b="b" l="l" r="r" t="t"/>
              <a:pathLst>
                <a:path extrusionOk="0" h="9329" w="7001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1"/>
            <p:cNvSpPr/>
            <p:nvPr/>
          </p:nvSpPr>
          <p:spPr>
            <a:xfrm>
              <a:off x="975425" y="2808800"/>
              <a:ext cx="1312500" cy="2649775"/>
            </a:xfrm>
            <a:custGeom>
              <a:rect b="b" l="l" r="r" t="t"/>
              <a:pathLst>
                <a:path extrusionOk="0" h="105991" w="5250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1"/>
            <p:cNvSpPr/>
            <p:nvPr/>
          </p:nvSpPr>
          <p:spPr>
            <a:xfrm>
              <a:off x="966275" y="2801025"/>
              <a:ext cx="1330800" cy="2666700"/>
            </a:xfrm>
            <a:custGeom>
              <a:rect b="b" l="l" r="r" t="t"/>
              <a:pathLst>
                <a:path extrusionOk="0" h="106668" w="53232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1"/>
            <p:cNvSpPr/>
            <p:nvPr/>
          </p:nvSpPr>
          <p:spPr>
            <a:xfrm>
              <a:off x="474850" y="2774800"/>
              <a:ext cx="1737800" cy="2683775"/>
            </a:xfrm>
            <a:custGeom>
              <a:rect b="b" l="l" r="r" t="t"/>
              <a:pathLst>
                <a:path extrusionOk="0" h="107351" w="69512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1"/>
            <p:cNvSpPr/>
            <p:nvPr/>
          </p:nvSpPr>
          <p:spPr>
            <a:xfrm>
              <a:off x="469775" y="2766425"/>
              <a:ext cx="1751000" cy="2701300"/>
            </a:xfrm>
            <a:custGeom>
              <a:rect b="b" l="l" r="r" t="t"/>
              <a:pathLst>
                <a:path extrusionOk="0" h="108052" w="7004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1"/>
            <p:cNvSpPr/>
            <p:nvPr/>
          </p:nvSpPr>
          <p:spPr>
            <a:xfrm>
              <a:off x="1026300" y="5458550"/>
              <a:ext cx="6114750" cy="25"/>
            </a:xfrm>
            <a:custGeom>
              <a:rect b="b" l="l" r="r" t="t"/>
              <a:pathLst>
                <a:path extrusionOk="0" h="1" w="24459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1"/>
            <p:cNvSpPr/>
            <p:nvPr/>
          </p:nvSpPr>
          <p:spPr>
            <a:xfrm>
              <a:off x="1017150" y="5450400"/>
              <a:ext cx="6132050" cy="17325"/>
            </a:xfrm>
            <a:custGeom>
              <a:rect b="b" l="l" r="r" t="t"/>
              <a:pathLst>
                <a:path extrusionOk="0" h="693" w="245282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80" name="Google Shape;1880;p1"/>
          <p:cNvSpPr txBox="1"/>
          <p:nvPr>
            <p:ph type="ctrTitle"/>
          </p:nvPr>
        </p:nvSpPr>
        <p:spPr>
          <a:xfrm>
            <a:off x="5248656" y="1765136"/>
            <a:ext cx="3264300" cy="179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800"/>
              <a:t>What Makes a Reward Model a Good Teacher?</a:t>
            </a:r>
            <a:endParaRPr sz="3800">
              <a:solidFill>
                <a:schemeClr val="dk2"/>
              </a:solidFill>
            </a:endParaRPr>
          </a:p>
        </p:txBody>
      </p:sp>
      <p:sp>
        <p:nvSpPr>
          <p:cNvPr id="1881" name="Google Shape;1881;p1"/>
          <p:cNvSpPr txBox="1"/>
          <p:nvPr>
            <p:ph idx="1" type="subTitle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/>
              <a:t>Haisem Naeem 21L-7528</a:t>
            </a:r>
            <a:endParaRPr sz="2000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/>
              <a:t>Abdullah Zia 21L-7519</a:t>
            </a:r>
            <a:endParaRPr sz="2000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/>
              <a:t>Abdul Moiz 21L-1861 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6" name="Google Shape;1886;p2"/>
          <p:cNvGrpSpPr/>
          <p:nvPr/>
        </p:nvGrpSpPr>
        <p:grpSpPr>
          <a:xfrm>
            <a:off x="3994598" y="1510458"/>
            <a:ext cx="4430405" cy="3106404"/>
            <a:chOff x="862950" y="825025"/>
            <a:chExt cx="5862650" cy="4111175"/>
          </a:xfrm>
        </p:grpSpPr>
        <p:sp>
          <p:nvSpPr>
            <p:cNvPr id="1887" name="Google Shape;1887;p2"/>
            <p:cNvSpPr/>
            <p:nvPr/>
          </p:nvSpPr>
          <p:spPr>
            <a:xfrm>
              <a:off x="918425" y="825150"/>
              <a:ext cx="5767425" cy="4096250"/>
            </a:xfrm>
            <a:custGeom>
              <a:rect b="b" l="l" r="r" t="t"/>
              <a:pathLst>
                <a:path extrusionOk="0" h="163850" w="230697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8" name="Google Shape;1888;p2"/>
            <p:cNvSpPr/>
            <p:nvPr/>
          </p:nvSpPr>
          <p:spPr>
            <a:xfrm>
              <a:off x="934125" y="825025"/>
              <a:ext cx="5751725" cy="4096375"/>
            </a:xfrm>
            <a:custGeom>
              <a:rect b="b" l="l" r="r" t="t"/>
              <a:pathLst>
                <a:path extrusionOk="0" h="163855" w="230069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2"/>
            <p:cNvSpPr/>
            <p:nvPr/>
          </p:nvSpPr>
          <p:spPr>
            <a:xfrm>
              <a:off x="3502650" y="1514850"/>
              <a:ext cx="2496475" cy="3178275"/>
            </a:xfrm>
            <a:custGeom>
              <a:rect b="b" l="l" r="r" t="t"/>
              <a:pathLst>
                <a:path extrusionOk="0" h="127131" w="99859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2"/>
            <p:cNvSpPr/>
            <p:nvPr/>
          </p:nvSpPr>
          <p:spPr>
            <a:xfrm>
              <a:off x="3547025" y="1507125"/>
              <a:ext cx="2405875" cy="3193375"/>
            </a:xfrm>
            <a:custGeom>
              <a:rect b="b" l="l" r="r" t="t"/>
              <a:pathLst>
                <a:path extrusionOk="0" h="127735" w="96235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2"/>
            <p:cNvSpPr/>
            <p:nvPr/>
          </p:nvSpPr>
          <p:spPr>
            <a:xfrm>
              <a:off x="4746725" y="1839875"/>
              <a:ext cx="464000" cy="184875"/>
            </a:xfrm>
            <a:custGeom>
              <a:rect b="b" l="l" r="r" t="t"/>
              <a:pathLst>
                <a:path extrusionOk="0" h="7395" w="1856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2"/>
            <p:cNvSpPr/>
            <p:nvPr/>
          </p:nvSpPr>
          <p:spPr>
            <a:xfrm>
              <a:off x="5240275" y="1582925"/>
              <a:ext cx="685825" cy="691375"/>
            </a:xfrm>
            <a:custGeom>
              <a:rect b="b" l="l" r="r" t="t"/>
              <a:pathLst>
                <a:path extrusionOk="0" h="27655" w="27433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2"/>
            <p:cNvSpPr/>
            <p:nvPr/>
          </p:nvSpPr>
          <p:spPr>
            <a:xfrm>
              <a:off x="5406650" y="1584775"/>
              <a:ext cx="438125" cy="367875"/>
            </a:xfrm>
            <a:custGeom>
              <a:rect b="b" l="l" r="r" t="t"/>
              <a:pathLst>
                <a:path extrusionOk="0" h="14715" w="17525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2"/>
            <p:cNvSpPr/>
            <p:nvPr/>
          </p:nvSpPr>
          <p:spPr>
            <a:xfrm>
              <a:off x="4434325" y="2717300"/>
              <a:ext cx="1258875" cy="2210575"/>
            </a:xfrm>
            <a:custGeom>
              <a:rect b="b" l="l" r="r" t="t"/>
              <a:pathLst>
                <a:path extrusionOk="0" h="88423" w="50355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2"/>
            <p:cNvSpPr/>
            <p:nvPr/>
          </p:nvSpPr>
          <p:spPr>
            <a:xfrm>
              <a:off x="4426000" y="2709600"/>
              <a:ext cx="1275500" cy="2226600"/>
            </a:xfrm>
            <a:custGeom>
              <a:rect b="b" l="l" r="r" t="t"/>
              <a:pathLst>
                <a:path extrusionOk="0" h="89064" w="5102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2"/>
            <p:cNvSpPr/>
            <p:nvPr/>
          </p:nvSpPr>
          <p:spPr>
            <a:xfrm>
              <a:off x="5009200" y="2762300"/>
              <a:ext cx="495450" cy="732950"/>
            </a:xfrm>
            <a:custGeom>
              <a:rect b="b" l="l" r="r" t="t"/>
              <a:pathLst>
                <a:path extrusionOk="0" h="29318" w="19818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2"/>
            <p:cNvSpPr/>
            <p:nvPr/>
          </p:nvSpPr>
          <p:spPr>
            <a:xfrm>
              <a:off x="5024925" y="2762300"/>
              <a:ext cx="478800" cy="363925"/>
            </a:xfrm>
            <a:custGeom>
              <a:rect b="b" l="l" r="r" t="t"/>
              <a:pathLst>
                <a:path extrusionOk="0" h="14557" w="19152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2"/>
            <p:cNvSpPr/>
            <p:nvPr/>
          </p:nvSpPr>
          <p:spPr>
            <a:xfrm>
              <a:off x="5031400" y="2805725"/>
              <a:ext cx="452900" cy="320750"/>
            </a:xfrm>
            <a:custGeom>
              <a:rect b="b" l="l" r="r" t="t"/>
              <a:pathLst>
                <a:path extrusionOk="0" h="12830" w="18116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2"/>
            <p:cNvSpPr/>
            <p:nvPr/>
          </p:nvSpPr>
          <p:spPr>
            <a:xfrm>
              <a:off x="5001825" y="2754200"/>
              <a:ext cx="510200" cy="748450"/>
            </a:xfrm>
            <a:custGeom>
              <a:rect b="b" l="l" r="r" t="t"/>
              <a:pathLst>
                <a:path extrusionOk="0" h="29938" w="20408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2"/>
            <p:cNvSpPr/>
            <p:nvPr/>
          </p:nvSpPr>
          <p:spPr>
            <a:xfrm>
              <a:off x="5354875" y="2859575"/>
              <a:ext cx="133125" cy="419400"/>
            </a:xfrm>
            <a:custGeom>
              <a:rect b="b" l="l" r="r" t="t"/>
              <a:pathLst>
                <a:path extrusionOk="0" h="16776" w="5325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2"/>
            <p:cNvSpPr/>
            <p:nvPr/>
          </p:nvSpPr>
          <p:spPr>
            <a:xfrm>
              <a:off x="3913950" y="2701900"/>
              <a:ext cx="2461350" cy="2225975"/>
            </a:xfrm>
            <a:custGeom>
              <a:rect b="b" l="l" r="r" t="t"/>
              <a:pathLst>
                <a:path extrusionOk="0" h="89039" w="98454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2"/>
            <p:cNvSpPr/>
            <p:nvPr/>
          </p:nvSpPr>
          <p:spPr>
            <a:xfrm>
              <a:off x="5139525" y="3731850"/>
              <a:ext cx="1235775" cy="1196025"/>
            </a:xfrm>
            <a:custGeom>
              <a:rect b="b" l="l" r="r" t="t"/>
              <a:pathLst>
                <a:path extrusionOk="0" h="47841" w="49431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2"/>
            <p:cNvSpPr/>
            <p:nvPr/>
          </p:nvSpPr>
          <p:spPr>
            <a:xfrm>
              <a:off x="3913950" y="3766050"/>
              <a:ext cx="429825" cy="1161825"/>
            </a:xfrm>
            <a:custGeom>
              <a:rect b="b" l="l" r="r" t="t"/>
              <a:pathLst>
                <a:path extrusionOk="0" h="46473" w="17193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2"/>
            <p:cNvSpPr/>
            <p:nvPr/>
          </p:nvSpPr>
          <p:spPr>
            <a:xfrm>
              <a:off x="5142300" y="4519325"/>
              <a:ext cx="933525" cy="401150"/>
            </a:xfrm>
            <a:custGeom>
              <a:rect b="b" l="l" r="r" t="t"/>
              <a:pathLst>
                <a:path extrusionOk="0" h="16046" w="37341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2"/>
            <p:cNvSpPr/>
            <p:nvPr/>
          </p:nvSpPr>
          <p:spPr>
            <a:xfrm>
              <a:off x="3925975" y="4024850"/>
              <a:ext cx="355850" cy="895625"/>
            </a:xfrm>
            <a:custGeom>
              <a:rect b="b" l="l" r="r" t="t"/>
              <a:pathLst>
                <a:path extrusionOk="0" h="35825" w="14234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2"/>
            <p:cNvSpPr/>
            <p:nvPr/>
          </p:nvSpPr>
          <p:spPr>
            <a:xfrm>
              <a:off x="3906550" y="2694575"/>
              <a:ext cx="2476150" cy="2241625"/>
            </a:xfrm>
            <a:custGeom>
              <a:rect b="b" l="l" r="r" t="t"/>
              <a:pathLst>
                <a:path extrusionOk="0" h="89665" w="99046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2"/>
            <p:cNvSpPr/>
            <p:nvPr/>
          </p:nvSpPr>
          <p:spPr>
            <a:xfrm>
              <a:off x="4643200" y="2691125"/>
              <a:ext cx="389150" cy="1764450"/>
            </a:xfrm>
            <a:custGeom>
              <a:rect b="b" l="l" r="r" t="t"/>
              <a:pathLst>
                <a:path extrusionOk="0" h="70578" w="15566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2"/>
            <p:cNvSpPr/>
            <p:nvPr/>
          </p:nvSpPr>
          <p:spPr>
            <a:xfrm>
              <a:off x="5353025" y="2758425"/>
              <a:ext cx="360500" cy="1559225"/>
            </a:xfrm>
            <a:custGeom>
              <a:rect b="b" l="l" r="r" t="t"/>
              <a:pathLst>
                <a:path extrusionOk="0" h="62369" w="1442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2"/>
            <p:cNvSpPr/>
            <p:nvPr/>
          </p:nvSpPr>
          <p:spPr>
            <a:xfrm>
              <a:off x="4686650" y="3654175"/>
              <a:ext cx="1109125" cy="736700"/>
            </a:xfrm>
            <a:custGeom>
              <a:rect b="b" l="l" r="r" t="t"/>
              <a:pathLst>
                <a:path extrusionOk="0" h="29468" w="44365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2"/>
            <p:cNvSpPr/>
            <p:nvPr/>
          </p:nvSpPr>
          <p:spPr>
            <a:xfrm>
              <a:off x="5364125" y="3758650"/>
              <a:ext cx="397450" cy="161775"/>
            </a:xfrm>
            <a:custGeom>
              <a:rect b="b" l="l" r="r" t="t"/>
              <a:pathLst>
                <a:path extrusionOk="0" h="6471" w="15898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2"/>
            <p:cNvSpPr/>
            <p:nvPr/>
          </p:nvSpPr>
          <p:spPr>
            <a:xfrm>
              <a:off x="4686650" y="3815025"/>
              <a:ext cx="824450" cy="575850"/>
            </a:xfrm>
            <a:custGeom>
              <a:rect b="b" l="l" r="r" t="t"/>
              <a:pathLst>
                <a:path extrusionOk="0" h="23034" w="32978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p2"/>
            <p:cNvSpPr/>
            <p:nvPr/>
          </p:nvSpPr>
          <p:spPr>
            <a:xfrm>
              <a:off x="5364125" y="3758650"/>
              <a:ext cx="329075" cy="154375"/>
            </a:xfrm>
            <a:custGeom>
              <a:rect b="b" l="l" r="r" t="t"/>
              <a:pathLst>
                <a:path extrusionOk="0" h="6175" w="13163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2"/>
            <p:cNvSpPr/>
            <p:nvPr/>
          </p:nvSpPr>
          <p:spPr>
            <a:xfrm>
              <a:off x="4747650" y="3832600"/>
              <a:ext cx="740350" cy="496350"/>
            </a:xfrm>
            <a:custGeom>
              <a:rect b="b" l="l" r="r" t="t"/>
              <a:pathLst>
                <a:path extrusionOk="0" h="19854" w="29614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2"/>
            <p:cNvSpPr/>
            <p:nvPr/>
          </p:nvSpPr>
          <p:spPr>
            <a:xfrm>
              <a:off x="5105325" y="4022100"/>
              <a:ext cx="42550" cy="68175"/>
            </a:xfrm>
            <a:custGeom>
              <a:rect b="b" l="l" r="r" t="t"/>
              <a:pathLst>
                <a:path extrusionOk="0" h="2727" w="1702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2"/>
            <p:cNvSpPr/>
            <p:nvPr/>
          </p:nvSpPr>
          <p:spPr>
            <a:xfrm>
              <a:off x="5196825" y="3955100"/>
              <a:ext cx="80450" cy="159375"/>
            </a:xfrm>
            <a:custGeom>
              <a:rect b="b" l="l" r="r" t="t"/>
              <a:pathLst>
                <a:path extrusionOk="0" h="6375" w="3218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6" name="Google Shape;1916;p2"/>
            <p:cNvSpPr/>
            <p:nvPr/>
          </p:nvSpPr>
          <p:spPr>
            <a:xfrm>
              <a:off x="5292025" y="3860550"/>
              <a:ext cx="109100" cy="194575"/>
            </a:xfrm>
            <a:custGeom>
              <a:rect b="b" l="l" r="r" t="t"/>
              <a:pathLst>
                <a:path extrusionOk="0" h="7783" w="4364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7" name="Google Shape;1917;p2"/>
            <p:cNvSpPr/>
            <p:nvPr/>
          </p:nvSpPr>
          <p:spPr>
            <a:xfrm>
              <a:off x="4678325" y="3645900"/>
              <a:ext cx="1122075" cy="752975"/>
            </a:xfrm>
            <a:custGeom>
              <a:rect b="b" l="l" r="r" t="t"/>
              <a:pathLst>
                <a:path extrusionOk="0" h="30119" w="44883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2"/>
            <p:cNvSpPr/>
            <p:nvPr/>
          </p:nvSpPr>
          <p:spPr>
            <a:xfrm>
              <a:off x="3709700" y="2698525"/>
              <a:ext cx="1055525" cy="2070975"/>
            </a:xfrm>
            <a:custGeom>
              <a:rect b="b" l="l" r="r" t="t"/>
              <a:pathLst>
                <a:path extrusionOk="0" h="82839" w="42221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2"/>
            <p:cNvSpPr/>
            <p:nvPr/>
          </p:nvSpPr>
          <p:spPr>
            <a:xfrm>
              <a:off x="3709700" y="3396325"/>
              <a:ext cx="1024100" cy="1373175"/>
            </a:xfrm>
            <a:custGeom>
              <a:rect b="b" l="l" r="r" t="t"/>
              <a:pathLst>
                <a:path extrusionOk="0" h="54927" w="40964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2"/>
            <p:cNvSpPr/>
            <p:nvPr/>
          </p:nvSpPr>
          <p:spPr>
            <a:xfrm>
              <a:off x="3718000" y="3645900"/>
              <a:ext cx="1007475" cy="1115600"/>
            </a:xfrm>
            <a:custGeom>
              <a:rect b="b" l="l" r="r" t="t"/>
              <a:pathLst>
                <a:path extrusionOk="0" h="44624" w="40299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2"/>
            <p:cNvSpPr/>
            <p:nvPr/>
          </p:nvSpPr>
          <p:spPr>
            <a:xfrm>
              <a:off x="3702300" y="2691125"/>
              <a:ext cx="1071250" cy="2086100"/>
            </a:xfrm>
            <a:custGeom>
              <a:rect b="b" l="l" r="r" t="t"/>
              <a:pathLst>
                <a:path extrusionOk="0" h="83444" w="4285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2"/>
            <p:cNvSpPr/>
            <p:nvPr/>
          </p:nvSpPr>
          <p:spPr>
            <a:xfrm>
              <a:off x="4389950" y="3681000"/>
              <a:ext cx="277300" cy="403025"/>
            </a:xfrm>
            <a:custGeom>
              <a:rect b="b" l="l" r="r" t="t"/>
              <a:pathLst>
                <a:path extrusionOk="0" h="16121" w="11092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2"/>
            <p:cNvSpPr/>
            <p:nvPr/>
          </p:nvSpPr>
          <p:spPr>
            <a:xfrm>
              <a:off x="4381625" y="3673250"/>
              <a:ext cx="293950" cy="419075"/>
            </a:xfrm>
            <a:custGeom>
              <a:rect b="b" l="l" r="r" t="t"/>
              <a:pathLst>
                <a:path extrusionOk="0" h="16763" w="11758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2"/>
            <p:cNvSpPr/>
            <p:nvPr/>
          </p:nvSpPr>
          <p:spPr>
            <a:xfrm>
              <a:off x="4512875" y="3582125"/>
              <a:ext cx="70275" cy="158075"/>
            </a:xfrm>
            <a:custGeom>
              <a:rect b="b" l="l" r="r" t="t"/>
              <a:pathLst>
                <a:path extrusionOk="0" h="6323" w="2811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2"/>
            <p:cNvSpPr/>
            <p:nvPr/>
          </p:nvSpPr>
          <p:spPr>
            <a:xfrm>
              <a:off x="4505475" y="3574725"/>
              <a:ext cx="85075" cy="172850"/>
            </a:xfrm>
            <a:custGeom>
              <a:rect b="b" l="l" r="r" t="t"/>
              <a:pathLst>
                <a:path extrusionOk="0" h="6914" w="3403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2"/>
            <p:cNvSpPr/>
            <p:nvPr/>
          </p:nvSpPr>
          <p:spPr>
            <a:xfrm>
              <a:off x="5426975" y="3461900"/>
              <a:ext cx="1298625" cy="1073150"/>
            </a:xfrm>
            <a:custGeom>
              <a:rect b="b" l="l" r="r" t="t"/>
              <a:pathLst>
                <a:path extrusionOk="0" h="42926" w="51945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2"/>
            <p:cNvSpPr/>
            <p:nvPr/>
          </p:nvSpPr>
          <p:spPr>
            <a:xfrm>
              <a:off x="5426975" y="3453650"/>
              <a:ext cx="1297700" cy="1088800"/>
            </a:xfrm>
            <a:custGeom>
              <a:rect b="b" l="l" r="r" t="t"/>
              <a:pathLst>
                <a:path extrusionOk="0" h="43552" w="51908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2"/>
            <p:cNvSpPr/>
            <p:nvPr/>
          </p:nvSpPr>
          <p:spPr>
            <a:xfrm>
              <a:off x="5548050" y="4175700"/>
              <a:ext cx="53625" cy="94825"/>
            </a:xfrm>
            <a:custGeom>
              <a:rect b="b" l="l" r="r" t="t"/>
              <a:pathLst>
                <a:path extrusionOk="0" h="3793" w="2145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p2"/>
            <p:cNvSpPr/>
            <p:nvPr/>
          </p:nvSpPr>
          <p:spPr>
            <a:xfrm>
              <a:off x="5610900" y="3469350"/>
              <a:ext cx="451075" cy="661600"/>
            </a:xfrm>
            <a:custGeom>
              <a:rect b="b" l="l" r="r" t="t"/>
              <a:pathLst>
                <a:path extrusionOk="0" h="26464" w="18043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p2"/>
            <p:cNvSpPr/>
            <p:nvPr/>
          </p:nvSpPr>
          <p:spPr>
            <a:xfrm>
              <a:off x="6081350" y="3473050"/>
              <a:ext cx="74900" cy="17575"/>
            </a:xfrm>
            <a:custGeom>
              <a:rect b="b" l="l" r="r" t="t"/>
              <a:pathLst>
                <a:path extrusionOk="0" h="703" w="2996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2"/>
            <p:cNvSpPr/>
            <p:nvPr/>
          </p:nvSpPr>
          <p:spPr>
            <a:xfrm>
              <a:off x="6350325" y="4060025"/>
              <a:ext cx="263225" cy="113650"/>
            </a:xfrm>
            <a:custGeom>
              <a:rect b="b" l="l" r="r" t="t"/>
              <a:pathLst>
                <a:path extrusionOk="0" h="4546" w="10529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2"/>
            <p:cNvSpPr/>
            <p:nvPr/>
          </p:nvSpPr>
          <p:spPr>
            <a:xfrm>
              <a:off x="6386375" y="4075675"/>
              <a:ext cx="210750" cy="90600"/>
            </a:xfrm>
            <a:custGeom>
              <a:rect b="b" l="l" r="r" t="t"/>
              <a:pathLst>
                <a:path extrusionOk="0" h="3624" w="843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2"/>
            <p:cNvSpPr/>
            <p:nvPr/>
          </p:nvSpPr>
          <p:spPr>
            <a:xfrm>
              <a:off x="6371575" y="4051650"/>
              <a:ext cx="240325" cy="130350"/>
            </a:xfrm>
            <a:custGeom>
              <a:rect b="b" l="l" r="r" t="t"/>
              <a:pathLst>
                <a:path extrusionOk="0" h="5214" w="9613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2"/>
            <p:cNvSpPr/>
            <p:nvPr/>
          </p:nvSpPr>
          <p:spPr>
            <a:xfrm>
              <a:off x="6319825" y="3967450"/>
              <a:ext cx="358550" cy="155375"/>
            </a:xfrm>
            <a:custGeom>
              <a:rect b="b" l="l" r="r" t="t"/>
              <a:pathLst>
                <a:path extrusionOk="0" h="6215" w="14342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2"/>
            <p:cNvSpPr/>
            <p:nvPr/>
          </p:nvSpPr>
          <p:spPr>
            <a:xfrm>
              <a:off x="6366950" y="3975850"/>
              <a:ext cx="291175" cy="139600"/>
            </a:xfrm>
            <a:custGeom>
              <a:rect b="b" l="l" r="r" t="t"/>
              <a:pathLst>
                <a:path extrusionOk="0" h="5584" w="11647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p2"/>
            <p:cNvSpPr/>
            <p:nvPr/>
          </p:nvSpPr>
          <p:spPr>
            <a:xfrm>
              <a:off x="6351250" y="3960150"/>
              <a:ext cx="321650" cy="170075"/>
            </a:xfrm>
            <a:custGeom>
              <a:rect b="b" l="l" r="r" t="t"/>
              <a:pathLst>
                <a:path extrusionOk="0" h="6803" w="12866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p2"/>
            <p:cNvSpPr/>
            <p:nvPr/>
          </p:nvSpPr>
          <p:spPr>
            <a:xfrm>
              <a:off x="6287475" y="3882150"/>
              <a:ext cx="392175" cy="169525"/>
            </a:xfrm>
            <a:custGeom>
              <a:rect b="b" l="l" r="r" t="t"/>
              <a:pathLst>
                <a:path extrusionOk="0" h="6781" w="15687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2"/>
            <p:cNvSpPr/>
            <p:nvPr/>
          </p:nvSpPr>
          <p:spPr>
            <a:xfrm>
              <a:off x="6338300" y="3891750"/>
              <a:ext cx="320750" cy="152525"/>
            </a:xfrm>
            <a:custGeom>
              <a:rect b="b" l="l" r="r" t="t"/>
              <a:pathLst>
                <a:path extrusionOk="0" h="6101" w="1283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2"/>
            <p:cNvSpPr/>
            <p:nvPr/>
          </p:nvSpPr>
          <p:spPr>
            <a:xfrm>
              <a:off x="6323525" y="3874175"/>
              <a:ext cx="350300" cy="184875"/>
            </a:xfrm>
            <a:custGeom>
              <a:rect b="b" l="l" r="r" t="t"/>
              <a:pathLst>
                <a:path extrusionOk="0" h="7395" w="14012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2"/>
            <p:cNvSpPr/>
            <p:nvPr/>
          </p:nvSpPr>
          <p:spPr>
            <a:xfrm>
              <a:off x="6297625" y="3803775"/>
              <a:ext cx="392475" cy="169325"/>
            </a:xfrm>
            <a:custGeom>
              <a:rect b="b" l="l" r="r" t="t"/>
              <a:pathLst>
                <a:path extrusionOk="0" h="6773" w="15699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2"/>
            <p:cNvSpPr/>
            <p:nvPr/>
          </p:nvSpPr>
          <p:spPr>
            <a:xfrm>
              <a:off x="6341075" y="3803950"/>
              <a:ext cx="335525" cy="169150"/>
            </a:xfrm>
            <a:custGeom>
              <a:rect b="b" l="l" r="r" t="t"/>
              <a:pathLst>
                <a:path extrusionOk="0" h="6766" w="13421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p2"/>
            <p:cNvSpPr/>
            <p:nvPr/>
          </p:nvSpPr>
          <p:spPr>
            <a:xfrm>
              <a:off x="6333675" y="3795625"/>
              <a:ext cx="350325" cy="185800"/>
            </a:xfrm>
            <a:custGeom>
              <a:rect b="b" l="l" r="r" t="t"/>
              <a:pathLst>
                <a:path extrusionOk="0" h="7432" w="14013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2"/>
            <p:cNvSpPr/>
            <p:nvPr/>
          </p:nvSpPr>
          <p:spPr>
            <a:xfrm>
              <a:off x="4942650" y="1866675"/>
              <a:ext cx="849425" cy="1047800"/>
            </a:xfrm>
            <a:custGeom>
              <a:rect b="b" l="l" r="r" t="t"/>
              <a:pathLst>
                <a:path extrusionOk="0" h="41912" w="33977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2"/>
            <p:cNvSpPr/>
            <p:nvPr/>
          </p:nvSpPr>
          <p:spPr>
            <a:xfrm>
              <a:off x="4970400" y="1866675"/>
              <a:ext cx="695050" cy="401125"/>
            </a:xfrm>
            <a:custGeom>
              <a:rect b="b" l="l" r="r" t="t"/>
              <a:pathLst>
                <a:path extrusionOk="0" h="16045" w="27802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2"/>
            <p:cNvSpPr/>
            <p:nvPr/>
          </p:nvSpPr>
          <p:spPr>
            <a:xfrm>
              <a:off x="4968550" y="2285850"/>
              <a:ext cx="823525" cy="628625"/>
            </a:xfrm>
            <a:custGeom>
              <a:rect b="b" l="l" r="r" t="t"/>
              <a:pathLst>
                <a:path extrusionOk="0" h="25145" w="32941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p2"/>
            <p:cNvSpPr/>
            <p:nvPr/>
          </p:nvSpPr>
          <p:spPr>
            <a:xfrm>
              <a:off x="4968550" y="2286300"/>
              <a:ext cx="823525" cy="628525"/>
            </a:xfrm>
            <a:custGeom>
              <a:rect b="b" l="l" r="r" t="t"/>
              <a:pathLst>
                <a:path extrusionOk="0" h="25141" w="32941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p2"/>
            <p:cNvSpPr/>
            <p:nvPr/>
          </p:nvSpPr>
          <p:spPr>
            <a:xfrm>
              <a:off x="5305900" y="2213275"/>
              <a:ext cx="281000" cy="281000"/>
            </a:xfrm>
            <a:custGeom>
              <a:rect b="b" l="l" r="r" t="t"/>
              <a:pathLst>
                <a:path extrusionOk="0" h="11240" w="1124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2"/>
            <p:cNvSpPr/>
            <p:nvPr/>
          </p:nvSpPr>
          <p:spPr>
            <a:xfrm>
              <a:off x="5305900" y="2213275"/>
              <a:ext cx="281000" cy="281000"/>
            </a:xfrm>
            <a:custGeom>
              <a:rect b="b" l="l" r="r" t="t"/>
              <a:pathLst>
                <a:path extrusionOk="0" h="11240" w="1124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2"/>
            <p:cNvSpPr/>
            <p:nvPr/>
          </p:nvSpPr>
          <p:spPr>
            <a:xfrm>
              <a:off x="4970400" y="1866675"/>
              <a:ext cx="695050" cy="401150"/>
            </a:xfrm>
            <a:custGeom>
              <a:rect b="b" l="l" r="r" t="t"/>
              <a:pathLst>
                <a:path extrusionOk="0" h="16046" w="27802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p2"/>
            <p:cNvSpPr/>
            <p:nvPr/>
          </p:nvSpPr>
          <p:spPr>
            <a:xfrm>
              <a:off x="5512925" y="2229900"/>
              <a:ext cx="9275" cy="5575"/>
            </a:xfrm>
            <a:custGeom>
              <a:rect b="b" l="l" r="r" t="t"/>
              <a:pathLst>
                <a:path extrusionOk="0" h="223" w="371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1" name="Google Shape;1951;p2"/>
            <p:cNvSpPr/>
            <p:nvPr/>
          </p:nvSpPr>
          <p:spPr>
            <a:xfrm>
              <a:off x="4953750" y="1859125"/>
              <a:ext cx="846650" cy="1063075"/>
            </a:xfrm>
            <a:custGeom>
              <a:rect b="b" l="l" r="r" t="t"/>
              <a:pathLst>
                <a:path extrusionOk="0" h="42523" w="33866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2" name="Google Shape;1952;p2"/>
            <p:cNvSpPr/>
            <p:nvPr/>
          </p:nvSpPr>
          <p:spPr>
            <a:xfrm>
              <a:off x="4911225" y="2165200"/>
              <a:ext cx="287475" cy="288400"/>
            </a:xfrm>
            <a:custGeom>
              <a:rect b="b" l="l" r="r" t="t"/>
              <a:pathLst>
                <a:path extrusionOk="0" h="11536" w="11499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3" name="Google Shape;1953;p2"/>
            <p:cNvSpPr/>
            <p:nvPr/>
          </p:nvSpPr>
          <p:spPr>
            <a:xfrm>
              <a:off x="4936200" y="2265950"/>
              <a:ext cx="262500" cy="187650"/>
            </a:xfrm>
            <a:custGeom>
              <a:rect b="b" l="l" r="r" t="t"/>
              <a:pathLst>
                <a:path extrusionOk="0" h="7506" w="1050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4" name="Google Shape;1954;p2"/>
            <p:cNvSpPr/>
            <p:nvPr/>
          </p:nvSpPr>
          <p:spPr>
            <a:xfrm>
              <a:off x="4902925" y="2157825"/>
              <a:ext cx="303175" cy="303175"/>
            </a:xfrm>
            <a:custGeom>
              <a:rect b="b" l="l" r="r" t="t"/>
              <a:pathLst>
                <a:path extrusionOk="0" h="12127" w="12127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5" name="Google Shape;1955;p2"/>
            <p:cNvSpPr/>
            <p:nvPr/>
          </p:nvSpPr>
          <p:spPr>
            <a:xfrm>
              <a:off x="5304050" y="2165200"/>
              <a:ext cx="288400" cy="288400"/>
            </a:xfrm>
            <a:custGeom>
              <a:rect b="b" l="l" r="r" t="t"/>
              <a:pathLst>
                <a:path extrusionOk="0" h="11536" w="11536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6" name="Google Shape;1956;p2"/>
            <p:cNvSpPr/>
            <p:nvPr/>
          </p:nvSpPr>
          <p:spPr>
            <a:xfrm>
              <a:off x="5318825" y="2264100"/>
              <a:ext cx="273625" cy="189500"/>
            </a:xfrm>
            <a:custGeom>
              <a:rect b="b" l="l" r="r" t="t"/>
              <a:pathLst>
                <a:path extrusionOk="0" h="7580" w="10945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p2"/>
            <p:cNvSpPr/>
            <p:nvPr/>
          </p:nvSpPr>
          <p:spPr>
            <a:xfrm>
              <a:off x="5296650" y="2157825"/>
              <a:ext cx="303200" cy="303175"/>
            </a:xfrm>
            <a:custGeom>
              <a:rect b="b" l="l" r="r" t="t"/>
              <a:pathLst>
                <a:path extrusionOk="0" h="12127" w="12128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8" name="Google Shape;1958;p2"/>
            <p:cNvSpPr/>
            <p:nvPr/>
          </p:nvSpPr>
          <p:spPr>
            <a:xfrm>
              <a:off x="5190375" y="2221600"/>
              <a:ext cx="129400" cy="39075"/>
            </a:xfrm>
            <a:custGeom>
              <a:rect b="b" l="l" r="r" t="t"/>
              <a:pathLst>
                <a:path extrusionOk="0" h="1563" w="5176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9" name="Google Shape;1959;p2"/>
            <p:cNvSpPr/>
            <p:nvPr/>
          </p:nvSpPr>
          <p:spPr>
            <a:xfrm>
              <a:off x="4993500" y="2059850"/>
              <a:ext cx="154375" cy="74650"/>
            </a:xfrm>
            <a:custGeom>
              <a:rect b="b" l="l" r="r" t="t"/>
              <a:pathLst>
                <a:path extrusionOk="0" h="2986" w="6175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0" name="Google Shape;1960;p2"/>
            <p:cNvSpPr/>
            <p:nvPr/>
          </p:nvSpPr>
          <p:spPr>
            <a:xfrm>
              <a:off x="5316075" y="2049675"/>
              <a:ext cx="183025" cy="81200"/>
            </a:xfrm>
            <a:custGeom>
              <a:rect b="b" l="l" r="r" t="t"/>
              <a:pathLst>
                <a:path extrusionOk="0" h="3248" w="7321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1" name="Google Shape;1961;p2"/>
            <p:cNvSpPr/>
            <p:nvPr/>
          </p:nvSpPr>
          <p:spPr>
            <a:xfrm>
              <a:off x="5148775" y="2298125"/>
              <a:ext cx="97075" cy="268425"/>
            </a:xfrm>
            <a:custGeom>
              <a:rect b="b" l="l" r="r" t="t"/>
              <a:pathLst>
                <a:path extrusionOk="0" h="10737" w="3883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2" name="Google Shape;1962;p2"/>
            <p:cNvSpPr/>
            <p:nvPr/>
          </p:nvSpPr>
          <p:spPr>
            <a:xfrm>
              <a:off x="5215325" y="2589325"/>
              <a:ext cx="163625" cy="61150"/>
            </a:xfrm>
            <a:custGeom>
              <a:rect b="b" l="l" r="r" t="t"/>
              <a:pathLst>
                <a:path extrusionOk="0" h="2446" w="6545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3" name="Google Shape;1963;p2"/>
            <p:cNvSpPr/>
            <p:nvPr/>
          </p:nvSpPr>
          <p:spPr>
            <a:xfrm>
              <a:off x="862950" y="4920450"/>
              <a:ext cx="1188625" cy="15750"/>
            </a:xfrm>
            <a:custGeom>
              <a:rect b="b" l="l" r="r" t="t"/>
              <a:pathLst>
                <a:path extrusionOk="0" h="630" w="47545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4" name="Google Shape;1964;p2"/>
            <p:cNvSpPr/>
            <p:nvPr/>
          </p:nvSpPr>
          <p:spPr>
            <a:xfrm>
              <a:off x="2173575" y="4920450"/>
              <a:ext cx="4043675" cy="15750"/>
            </a:xfrm>
            <a:custGeom>
              <a:rect b="b" l="l" r="r" t="t"/>
              <a:pathLst>
                <a:path extrusionOk="0" h="630" w="161747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5" name="Google Shape;1965;p2"/>
            <p:cNvSpPr/>
            <p:nvPr/>
          </p:nvSpPr>
          <p:spPr>
            <a:xfrm>
              <a:off x="6316125" y="4920450"/>
              <a:ext cx="159000" cy="15750"/>
            </a:xfrm>
            <a:custGeom>
              <a:rect b="b" l="l" r="r" t="t"/>
              <a:pathLst>
                <a:path extrusionOk="0" h="630" w="636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6" name="Google Shape;1966;p2"/>
            <p:cNvSpPr/>
            <p:nvPr/>
          </p:nvSpPr>
          <p:spPr>
            <a:xfrm>
              <a:off x="4014700" y="2706825"/>
              <a:ext cx="350325" cy="819850"/>
            </a:xfrm>
            <a:custGeom>
              <a:rect b="b" l="l" r="r" t="t"/>
              <a:pathLst>
                <a:path extrusionOk="0" h="32794" w="14013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7" name="Google Shape;1967;p2"/>
            <p:cNvSpPr/>
            <p:nvPr/>
          </p:nvSpPr>
          <p:spPr>
            <a:xfrm>
              <a:off x="1582025" y="1799200"/>
              <a:ext cx="1080500" cy="1727475"/>
            </a:xfrm>
            <a:custGeom>
              <a:rect b="b" l="l" r="r" t="t"/>
              <a:pathLst>
                <a:path extrusionOk="0" h="69099" w="4322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p2"/>
            <p:cNvSpPr/>
            <p:nvPr/>
          </p:nvSpPr>
          <p:spPr>
            <a:xfrm>
              <a:off x="1582025" y="1799200"/>
              <a:ext cx="2783000" cy="1727475"/>
            </a:xfrm>
            <a:custGeom>
              <a:rect b="b" l="l" r="r" t="t"/>
              <a:pathLst>
                <a:path extrusionOk="0" h="69099" w="11132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9" name="Google Shape;1969;p2"/>
            <p:cNvSpPr/>
            <p:nvPr/>
          </p:nvSpPr>
          <p:spPr>
            <a:xfrm>
              <a:off x="3977725" y="3502625"/>
              <a:ext cx="27750" cy="24050"/>
            </a:xfrm>
            <a:custGeom>
              <a:rect b="b" l="l" r="r" t="t"/>
              <a:pathLst>
                <a:path extrusionOk="0" h="962" w="111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0" name="Google Shape;1970;p2"/>
            <p:cNvSpPr/>
            <p:nvPr/>
          </p:nvSpPr>
          <p:spPr>
            <a:xfrm>
              <a:off x="3954625" y="3476750"/>
              <a:ext cx="57325" cy="49925"/>
            </a:xfrm>
            <a:custGeom>
              <a:rect b="b" l="l" r="r" t="t"/>
              <a:pathLst>
                <a:path extrusionOk="0" h="1997" w="2293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p2"/>
            <p:cNvSpPr/>
            <p:nvPr/>
          </p:nvSpPr>
          <p:spPr>
            <a:xfrm>
              <a:off x="3998975" y="2691125"/>
              <a:ext cx="366050" cy="835550"/>
            </a:xfrm>
            <a:custGeom>
              <a:rect b="b" l="l" r="r" t="t"/>
              <a:pathLst>
                <a:path extrusionOk="0" h="33422" w="14642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p2"/>
            <p:cNvSpPr/>
            <p:nvPr/>
          </p:nvSpPr>
          <p:spPr>
            <a:xfrm>
              <a:off x="1529350" y="1687375"/>
              <a:ext cx="2889275" cy="1951150"/>
            </a:xfrm>
            <a:custGeom>
              <a:rect b="b" l="l" r="r" t="t"/>
              <a:pathLst>
                <a:path extrusionOk="0" h="78046" w="115571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3" name="Google Shape;1973;p2"/>
            <p:cNvSpPr/>
            <p:nvPr/>
          </p:nvSpPr>
          <p:spPr>
            <a:xfrm>
              <a:off x="1521025" y="1679050"/>
              <a:ext cx="2905000" cy="1966875"/>
            </a:xfrm>
            <a:custGeom>
              <a:rect b="b" l="l" r="r" t="t"/>
              <a:pathLst>
                <a:path extrusionOk="0" h="78675" w="11620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p2"/>
            <p:cNvSpPr/>
            <p:nvPr/>
          </p:nvSpPr>
          <p:spPr>
            <a:xfrm>
              <a:off x="1634725" y="1846350"/>
              <a:ext cx="1974250" cy="154375"/>
            </a:xfrm>
            <a:custGeom>
              <a:rect b="b" l="l" r="r" t="t"/>
              <a:pathLst>
                <a:path extrusionOk="0" h="6175" w="7897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5" name="Google Shape;1975;p2"/>
            <p:cNvSpPr/>
            <p:nvPr/>
          </p:nvSpPr>
          <p:spPr>
            <a:xfrm>
              <a:off x="1626400" y="1838950"/>
              <a:ext cx="1989975" cy="170075"/>
            </a:xfrm>
            <a:custGeom>
              <a:rect b="b" l="l" r="r" t="t"/>
              <a:pathLst>
                <a:path extrusionOk="0" h="6803" w="79599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p2"/>
            <p:cNvSpPr/>
            <p:nvPr/>
          </p:nvSpPr>
          <p:spPr>
            <a:xfrm>
              <a:off x="1658750" y="21679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7" name="Google Shape;1977;p2"/>
            <p:cNvSpPr/>
            <p:nvPr/>
          </p:nvSpPr>
          <p:spPr>
            <a:xfrm>
              <a:off x="1658750" y="22594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8" name="Google Shape;1978;p2"/>
            <p:cNvSpPr/>
            <p:nvPr/>
          </p:nvSpPr>
          <p:spPr>
            <a:xfrm>
              <a:off x="1658750" y="2351000"/>
              <a:ext cx="421500" cy="15725"/>
            </a:xfrm>
            <a:custGeom>
              <a:rect b="b" l="l" r="r" t="t"/>
              <a:pathLst>
                <a:path extrusionOk="0" h="629" w="1686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p2"/>
            <p:cNvSpPr/>
            <p:nvPr/>
          </p:nvSpPr>
          <p:spPr>
            <a:xfrm>
              <a:off x="1658750" y="244802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2"/>
            <p:cNvSpPr/>
            <p:nvPr/>
          </p:nvSpPr>
          <p:spPr>
            <a:xfrm>
              <a:off x="2144000" y="21679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1" name="Google Shape;1981;p2"/>
            <p:cNvSpPr/>
            <p:nvPr/>
          </p:nvSpPr>
          <p:spPr>
            <a:xfrm>
              <a:off x="2144000" y="22594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2" name="Google Shape;1982;p2"/>
            <p:cNvSpPr/>
            <p:nvPr/>
          </p:nvSpPr>
          <p:spPr>
            <a:xfrm>
              <a:off x="2144000" y="2351000"/>
              <a:ext cx="421475" cy="15725"/>
            </a:xfrm>
            <a:custGeom>
              <a:rect b="b" l="l" r="r" t="t"/>
              <a:pathLst>
                <a:path extrusionOk="0" h="629" w="16859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p2"/>
            <p:cNvSpPr/>
            <p:nvPr/>
          </p:nvSpPr>
          <p:spPr>
            <a:xfrm>
              <a:off x="2144000" y="244802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4" name="Google Shape;1984;p2"/>
            <p:cNvSpPr/>
            <p:nvPr/>
          </p:nvSpPr>
          <p:spPr>
            <a:xfrm>
              <a:off x="2629225" y="21679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5" name="Google Shape;1985;p2"/>
            <p:cNvSpPr/>
            <p:nvPr/>
          </p:nvSpPr>
          <p:spPr>
            <a:xfrm>
              <a:off x="2629225" y="22594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6" name="Google Shape;1986;p2"/>
            <p:cNvSpPr/>
            <p:nvPr/>
          </p:nvSpPr>
          <p:spPr>
            <a:xfrm>
              <a:off x="2629225" y="2351000"/>
              <a:ext cx="421500" cy="15725"/>
            </a:xfrm>
            <a:custGeom>
              <a:rect b="b" l="l" r="r" t="t"/>
              <a:pathLst>
                <a:path extrusionOk="0" h="629" w="1686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7" name="Google Shape;1987;p2"/>
            <p:cNvSpPr/>
            <p:nvPr/>
          </p:nvSpPr>
          <p:spPr>
            <a:xfrm>
              <a:off x="2629225" y="244802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8" name="Google Shape;1988;p2"/>
            <p:cNvSpPr/>
            <p:nvPr/>
          </p:nvSpPr>
          <p:spPr>
            <a:xfrm>
              <a:off x="3114475" y="21679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9" name="Google Shape;1989;p2"/>
            <p:cNvSpPr/>
            <p:nvPr/>
          </p:nvSpPr>
          <p:spPr>
            <a:xfrm>
              <a:off x="3114475" y="22594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0" name="Google Shape;1990;p2"/>
            <p:cNvSpPr/>
            <p:nvPr/>
          </p:nvSpPr>
          <p:spPr>
            <a:xfrm>
              <a:off x="3114475" y="2351000"/>
              <a:ext cx="421475" cy="15725"/>
            </a:xfrm>
            <a:custGeom>
              <a:rect b="b" l="l" r="r" t="t"/>
              <a:pathLst>
                <a:path extrusionOk="0" h="629" w="16859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p2"/>
            <p:cNvSpPr/>
            <p:nvPr/>
          </p:nvSpPr>
          <p:spPr>
            <a:xfrm>
              <a:off x="3114475" y="244802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2"/>
            <p:cNvSpPr/>
            <p:nvPr/>
          </p:nvSpPr>
          <p:spPr>
            <a:xfrm>
              <a:off x="1902750" y="2663150"/>
              <a:ext cx="1494575" cy="451550"/>
            </a:xfrm>
            <a:custGeom>
              <a:rect b="b" l="l" r="r" t="t"/>
              <a:pathLst>
                <a:path extrusionOk="0" h="18062" w="59783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3" name="Google Shape;1993;p2"/>
            <p:cNvSpPr/>
            <p:nvPr/>
          </p:nvSpPr>
          <p:spPr>
            <a:xfrm>
              <a:off x="2210525" y="2716075"/>
              <a:ext cx="91525" cy="91525"/>
            </a:xfrm>
            <a:custGeom>
              <a:rect b="b" l="l" r="r" t="t"/>
              <a:pathLst>
                <a:path extrusionOk="0" h="3661" w="3661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4" name="Google Shape;1994;p2"/>
            <p:cNvSpPr/>
            <p:nvPr/>
          </p:nvSpPr>
          <p:spPr>
            <a:xfrm>
              <a:off x="2203150" y="2708675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2"/>
            <p:cNvSpPr/>
            <p:nvPr/>
          </p:nvSpPr>
          <p:spPr>
            <a:xfrm>
              <a:off x="2679125" y="2748425"/>
              <a:ext cx="91550" cy="91525"/>
            </a:xfrm>
            <a:custGeom>
              <a:rect b="b" l="l" r="r" t="t"/>
              <a:pathLst>
                <a:path extrusionOk="0" h="3661" w="3662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p2"/>
            <p:cNvSpPr/>
            <p:nvPr/>
          </p:nvSpPr>
          <p:spPr>
            <a:xfrm>
              <a:off x="2671750" y="2741025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2"/>
            <p:cNvSpPr/>
            <p:nvPr/>
          </p:nvSpPr>
          <p:spPr>
            <a:xfrm>
              <a:off x="2998000" y="2989650"/>
              <a:ext cx="91525" cy="91525"/>
            </a:xfrm>
            <a:custGeom>
              <a:rect b="b" l="l" r="r" t="t"/>
              <a:pathLst>
                <a:path extrusionOk="0" h="3661" w="3661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p2"/>
            <p:cNvSpPr/>
            <p:nvPr/>
          </p:nvSpPr>
          <p:spPr>
            <a:xfrm>
              <a:off x="2990625" y="2982275"/>
              <a:ext cx="106300" cy="106300"/>
            </a:xfrm>
            <a:custGeom>
              <a:rect b="b" l="l" r="r" t="t"/>
              <a:pathLst>
                <a:path extrusionOk="0" h="4252" w="4252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2"/>
            <p:cNvSpPr/>
            <p:nvPr/>
          </p:nvSpPr>
          <p:spPr>
            <a:xfrm>
              <a:off x="3336300" y="2625500"/>
              <a:ext cx="91525" cy="90600"/>
            </a:xfrm>
            <a:custGeom>
              <a:rect b="b" l="l" r="r" t="t"/>
              <a:pathLst>
                <a:path extrusionOk="0" h="3624" w="3661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2"/>
            <p:cNvSpPr/>
            <p:nvPr/>
          </p:nvSpPr>
          <p:spPr>
            <a:xfrm>
              <a:off x="3328900" y="2617175"/>
              <a:ext cx="106300" cy="107250"/>
            </a:xfrm>
            <a:custGeom>
              <a:rect b="b" l="l" r="r" t="t"/>
              <a:pathLst>
                <a:path extrusionOk="0" h="4290" w="4252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2"/>
            <p:cNvSpPr/>
            <p:nvPr/>
          </p:nvSpPr>
          <p:spPr>
            <a:xfrm>
              <a:off x="1865775" y="3060825"/>
              <a:ext cx="90600" cy="91525"/>
            </a:xfrm>
            <a:custGeom>
              <a:rect b="b" l="l" r="r" t="t"/>
              <a:pathLst>
                <a:path extrusionOk="0" h="3661" w="3624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2" name="Google Shape;2002;p2"/>
            <p:cNvSpPr/>
            <p:nvPr/>
          </p:nvSpPr>
          <p:spPr>
            <a:xfrm>
              <a:off x="1857475" y="3053425"/>
              <a:ext cx="107225" cy="106325"/>
            </a:xfrm>
            <a:custGeom>
              <a:rect b="b" l="l" r="r" t="t"/>
              <a:pathLst>
                <a:path extrusionOk="0" h="4253" w="4289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2"/>
            <p:cNvSpPr/>
            <p:nvPr/>
          </p:nvSpPr>
          <p:spPr>
            <a:xfrm>
              <a:off x="2464700" y="2931425"/>
              <a:ext cx="90600" cy="90600"/>
            </a:xfrm>
            <a:custGeom>
              <a:rect b="b" l="l" r="r" t="t"/>
              <a:pathLst>
                <a:path extrusionOk="0" h="3624" w="3624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2"/>
            <p:cNvSpPr/>
            <p:nvPr/>
          </p:nvSpPr>
          <p:spPr>
            <a:xfrm>
              <a:off x="2456400" y="2923100"/>
              <a:ext cx="107225" cy="106325"/>
            </a:xfrm>
            <a:custGeom>
              <a:rect b="b" l="l" r="r" t="t"/>
              <a:pathLst>
                <a:path extrusionOk="0" h="4253" w="4289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2"/>
            <p:cNvSpPr/>
            <p:nvPr/>
          </p:nvSpPr>
          <p:spPr>
            <a:xfrm>
              <a:off x="3707850" y="1843575"/>
              <a:ext cx="52700" cy="1651675"/>
            </a:xfrm>
            <a:custGeom>
              <a:rect b="b" l="l" r="r" t="t"/>
              <a:pathLst>
                <a:path extrusionOk="0" h="66067" w="2108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p2"/>
            <p:cNvSpPr/>
            <p:nvPr/>
          </p:nvSpPr>
          <p:spPr>
            <a:xfrm>
              <a:off x="3700450" y="1836175"/>
              <a:ext cx="67500" cy="1666475"/>
            </a:xfrm>
            <a:custGeom>
              <a:rect b="b" l="l" r="r" t="t"/>
              <a:pathLst>
                <a:path extrusionOk="0" h="66659" w="270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2"/>
            <p:cNvSpPr/>
            <p:nvPr/>
          </p:nvSpPr>
          <p:spPr>
            <a:xfrm>
              <a:off x="4015625" y="2157825"/>
              <a:ext cx="307800" cy="14800"/>
            </a:xfrm>
            <a:custGeom>
              <a:rect b="b" l="l" r="r" t="t"/>
              <a:pathLst>
                <a:path extrusionOk="0" h="592" w="12312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2"/>
            <p:cNvSpPr/>
            <p:nvPr/>
          </p:nvSpPr>
          <p:spPr>
            <a:xfrm>
              <a:off x="3805825" y="2157825"/>
              <a:ext cx="118325" cy="14800"/>
            </a:xfrm>
            <a:custGeom>
              <a:rect b="b" l="l" r="r" t="t"/>
              <a:pathLst>
                <a:path extrusionOk="0" h="592" w="4733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p2"/>
            <p:cNvSpPr/>
            <p:nvPr/>
          </p:nvSpPr>
          <p:spPr>
            <a:xfrm>
              <a:off x="4256850" y="2234525"/>
              <a:ext cx="66575" cy="15750"/>
            </a:xfrm>
            <a:custGeom>
              <a:rect b="b" l="l" r="r" t="t"/>
              <a:pathLst>
                <a:path extrusionOk="0" h="630" w="2663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p2"/>
            <p:cNvSpPr/>
            <p:nvPr/>
          </p:nvSpPr>
          <p:spPr>
            <a:xfrm>
              <a:off x="4112675" y="2234525"/>
              <a:ext cx="118325" cy="15750"/>
            </a:xfrm>
            <a:custGeom>
              <a:rect b="b" l="l" r="r" t="t"/>
              <a:pathLst>
                <a:path extrusionOk="0" h="630" w="4733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1" name="Google Shape;2011;p2"/>
            <p:cNvSpPr/>
            <p:nvPr/>
          </p:nvSpPr>
          <p:spPr>
            <a:xfrm>
              <a:off x="3805825" y="2234525"/>
              <a:ext cx="253275" cy="15750"/>
            </a:xfrm>
            <a:custGeom>
              <a:rect b="b" l="l" r="r" t="t"/>
              <a:pathLst>
                <a:path extrusionOk="0" h="630" w="10131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p2"/>
            <p:cNvSpPr/>
            <p:nvPr/>
          </p:nvSpPr>
          <p:spPr>
            <a:xfrm>
              <a:off x="4047975" y="2312175"/>
              <a:ext cx="275450" cy="15725"/>
            </a:xfrm>
            <a:custGeom>
              <a:rect b="b" l="l" r="r" t="t"/>
              <a:pathLst>
                <a:path extrusionOk="0" h="629" w="11018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p2"/>
            <p:cNvSpPr/>
            <p:nvPr/>
          </p:nvSpPr>
          <p:spPr>
            <a:xfrm>
              <a:off x="3805825" y="2312175"/>
              <a:ext cx="201500" cy="15725"/>
            </a:xfrm>
            <a:custGeom>
              <a:rect b="b" l="l" r="r" t="t"/>
              <a:pathLst>
                <a:path extrusionOk="0" h="629" w="806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p2"/>
            <p:cNvSpPr/>
            <p:nvPr/>
          </p:nvSpPr>
          <p:spPr>
            <a:xfrm>
              <a:off x="4196775" y="2389800"/>
              <a:ext cx="126650" cy="14825"/>
            </a:xfrm>
            <a:custGeom>
              <a:rect b="b" l="l" r="r" t="t"/>
              <a:pathLst>
                <a:path extrusionOk="0" h="593" w="5066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5" name="Google Shape;2015;p2"/>
            <p:cNvSpPr/>
            <p:nvPr/>
          </p:nvSpPr>
          <p:spPr>
            <a:xfrm>
              <a:off x="3917650" y="2389800"/>
              <a:ext cx="247725" cy="14825"/>
            </a:xfrm>
            <a:custGeom>
              <a:rect b="b" l="l" r="r" t="t"/>
              <a:pathLst>
                <a:path extrusionOk="0" h="593" w="9909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p2"/>
            <p:cNvSpPr/>
            <p:nvPr/>
          </p:nvSpPr>
          <p:spPr>
            <a:xfrm>
              <a:off x="3805825" y="2389800"/>
              <a:ext cx="75800" cy="14825"/>
            </a:xfrm>
            <a:custGeom>
              <a:rect b="b" l="l" r="r" t="t"/>
              <a:pathLst>
                <a:path extrusionOk="0" h="593" w="3032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2"/>
            <p:cNvSpPr/>
            <p:nvPr/>
          </p:nvSpPr>
          <p:spPr>
            <a:xfrm>
              <a:off x="4015625" y="2457275"/>
              <a:ext cx="307800" cy="14825"/>
            </a:xfrm>
            <a:custGeom>
              <a:rect b="b" l="l" r="r" t="t"/>
              <a:pathLst>
                <a:path extrusionOk="0" h="593" w="12312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p2"/>
            <p:cNvSpPr/>
            <p:nvPr/>
          </p:nvSpPr>
          <p:spPr>
            <a:xfrm>
              <a:off x="3805825" y="2457275"/>
              <a:ext cx="118325" cy="14825"/>
            </a:xfrm>
            <a:custGeom>
              <a:rect b="b" l="l" r="r" t="t"/>
              <a:pathLst>
                <a:path extrusionOk="0" h="593" w="4733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p2"/>
            <p:cNvSpPr/>
            <p:nvPr/>
          </p:nvSpPr>
          <p:spPr>
            <a:xfrm>
              <a:off x="4256850" y="2534000"/>
              <a:ext cx="66575" cy="15725"/>
            </a:xfrm>
            <a:custGeom>
              <a:rect b="b" l="l" r="r" t="t"/>
              <a:pathLst>
                <a:path extrusionOk="0" h="629" w="2663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p2"/>
            <p:cNvSpPr/>
            <p:nvPr/>
          </p:nvSpPr>
          <p:spPr>
            <a:xfrm>
              <a:off x="4112675" y="2534000"/>
              <a:ext cx="118325" cy="15725"/>
            </a:xfrm>
            <a:custGeom>
              <a:rect b="b" l="l" r="r" t="t"/>
              <a:pathLst>
                <a:path extrusionOk="0" h="629" w="4733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p2"/>
            <p:cNvSpPr/>
            <p:nvPr/>
          </p:nvSpPr>
          <p:spPr>
            <a:xfrm>
              <a:off x="3805825" y="2534000"/>
              <a:ext cx="253275" cy="15725"/>
            </a:xfrm>
            <a:custGeom>
              <a:rect b="b" l="l" r="r" t="t"/>
              <a:pathLst>
                <a:path extrusionOk="0" h="629" w="10131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2"/>
            <p:cNvSpPr/>
            <p:nvPr/>
          </p:nvSpPr>
          <p:spPr>
            <a:xfrm>
              <a:off x="4047975" y="2611625"/>
              <a:ext cx="275450" cy="15750"/>
            </a:xfrm>
            <a:custGeom>
              <a:rect b="b" l="l" r="r" t="t"/>
              <a:pathLst>
                <a:path extrusionOk="0" h="630" w="11018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2"/>
            <p:cNvSpPr/>
            <p:nvPr/>
          </p:nvSpPr>
          <p:spPr>
            <a:xfrm>
              <a:off x="3805825" y="2611625"/>
              <a:ext cx="201500" cy="15750"/>
            </a:xfrm>
            <a:custGeom>
              <a:rect b="b" l="l" r="r" t="t"/>
              <a:pathLst>
                <a:path extrusionOk="0" h="630" w="806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p2"/>
            <p:cNvSpPr/>
            <p:nvPr/>
          </p:nvSpPr>
          <p:spPr>
            <a:xfrm>
              <a:off x="4196775" y="2688350"/>
              <a:ext cx="126650" cy="15725"/>
            </a:xfrm>
            <a:custGeom>
              <a:rect b="b" l="l" r="r" t="t"/>
              <a:pathLst>
                <a:path extrusionOk="0" h="629" w="5066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p2"/>
            <p:cNvSpPr/>
            <p:nvPr/>
          </p:nvSpPr>
          <p:spPr>
            <a:xfrm>
              <a:off x="3917650" y="2688350"/>
              <a:ext cx="247725" cy="15725"/>
            </a:xfrm>
            <a:custGeom>
              <a:rect b="b" l="l" r="r" t="t"/>
              <a:pathLst>
                <a:path extrusionOk="0" h="629" w="9909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p2"/>
            <p:cNvSpPr/>
            <p:nvPr/>
          </p:nvSpPr>
          <p:spPr>
            <a:xfrm>
              <a:off x="3805825" y="2688350"/>
              <a:ext cx="75800" cy="15725"/>
            </a:xfrm>
            <a:custGeom>
              <a:rect b="b" l="l" r="r" t="t"/>
              <a:pathLst>
                <a:path extrusionOk="0" h="629" w="3032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p2"/>
            <p:cNvSpPr/>
            <p:nvPr/>
          </p:nvSpPr>
          <p:spPr>
            <a:xfrm>
              <a:off x="4015625" y="2756750"/>
              <a:ext cx="307800" cy="14800"/>
            </a:xfrm>
            <a:custGeom>
              <a:rect b="b" l="l" r="r" t="t"/>
              <a:pathLst>
                <a:path extrusionOk="0" h="592" w="12312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p2"/>
            <p:cNvSpPr/>
            <p:nvPr/>
          </p:nvSpPr>
          <p:spPr>
            <a:xfrm>
              <a:off x="3805825" y="2756750"/>
              <a:ext cx="118325" cy="14800"/>
            </a:xfrm>
            <a:custGeom>
              <a:rect b="b" l="l" r="r" t="t"/>
              <a:pathLst>
                <a:path extrusionOk="0" h="592" w="4733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2"/>
            <p:cNvSpPr/>
            <p:nvPr/>
          </p:nvSpPr>
          <p:spPr>
            <a:xfrm>
              <a:off x="4256850" y="2833450"/>
              <a:ext cx="66575" cy="15750"/>
            </a:xfrm>
            <a:custGeom>
              <a:rect b="b" l="l" r="r" t="t"/>
              <a:pathLst>
                <a:path extrusionOk="0" h="630" w="2663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p2"/>
            <p:cNvSpPr/>
            <p:nvPr/>
          </p:nvSpPr>
          <p:spPr>
            <a:xfrm>
              <a:off x="4112675" y="2833450"/>
              <a:ext cx="118325" cy="15750"/>
            </a:xfrm>
            <a:custGeom>
              <a:rect b="b" l="l" r="r" t="t"/>
              <a:pathLst>
                <a:path extrusionOk="0" h="630" w="4733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p2"/>
            <p:cNvSpPr/>
            <p:nvPr/>
          </p:nvSpPr>
          <p:spPr>
            <a:xfrm>
              <a:off x="3805825" y="2833450"/>
              <a:ext cx="253275" cy="15750"/>
            </a:xfrm>
            <a:custGeom>
              <a:rect b="b" l="l" r="r" t="t"/>
              <a:pathLst>
                <a:path extrusionOk="0" h="630" w="10131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p2"/>
            <p:cNvSpPr/>
            <p:nvPr/>
          </p:nvSpPr>
          <p:spPr>
            <a:xfrm>
              <a:off x="4047975" y="2911100"/>
              <a:ext cx="275450" cy="15725"/>
            </a:xfrm>
            <a:custGeom>
              <a:rect b="b" l="l" r="r" t="t"/>
              <a:pathLst>
                <a:path extrusionOk="0" h="629" w="11018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2"/>
            <p:cNvSpPr/>
            <p:nvPr/>
          </p:nvSpPr>
          <p:spPr>
            <a:xfrm>
              <a:off x="3805825" y="2911100"/>
              <a:ext cx="201500" cy="15725"/>
            </a:xfrm>
            <a:custGeom>
              <a:rect b="b" l="l" r="r" t="t"/>
              <a:pathLst>
                <a:path extrusionOk="0" h="629" w="806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p2"/>
            <p:cNvSpPr/>
            <p:nvPr/>
          </p:nvSpPr>
          <p:spPr>
            <a:xfrm>
              <a:off x="4196775" y="2987800"/>
              <a:ext cx="126650" cy="15750"/>
            </a:xfrm>
            <a:custGeom>
              <a:rect b="b" l="l" r="r" t="t"/>
              <a:pathLst>
                <a:path extrusionOk="0" h="630" w="5066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p2"/>
            <p:cNvSpPr/>
            <p:nvPr/>
          </p:nvSpPr>
          <p:spPr>
            <a:xfrm>
              <a:off x="3917650" y="2987800"/>
              <a:ext cx="247725" cy="15750"/>
            </a:xfrm>
            <a:custGeom>
              <a:rect b="b" l="l" r="r" t="t"/>
              <a:pathLst>
                <a:path extrusionOk="0" h="630" w="9909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p2"/>
            <p:cNvSpPr/>
            <p:nvPr/>
          </p:nvSpPr>
          <p:spPr>
            <a:xfrm>
              <a:off x="3805825" y="2987800"/>
              <a:ext cx="75800" cy="15750"/>
            </a:xfrm>
            <a:custGeom>
              <a:rect b="b" l="l" r="r" t="t"/>
              <a:pathLst>
                <a:path extrusionOk="0" h="630" w="3032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7" name="Google Shape;2037;p2"/>
            <p:cNvSpPr/>
            <p:nvPr/>
          </p:nvSpPr>
          <p:spPr>
            <a:xfrm>
              <a:off x="4015625" y="3056200"/>
              <a:ext cx="307800" cy="14825"/>
            </a:xfrm>
            <a:custGeom>
              <a:rect b="b" l="l" r="r" t="t"/>
              <a:pathLst>
                <a:path extrusionOk="0" h="593" w="12312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8" name="Google Shape;2038;p2"/>
            <p:cNvSpPr/>
            <p:nvPr/>
          </p:nvSpPr>
          <p:spPr>
            <a:xfrm>
              <a:off x="3805825" y="3056200"/>
              <a:ext cx="118325" cy="14825"/>
            </a:xfrm>
            <a:custGeom>
              <a:rect b="b" l="l" r="r" t="t"/>
              <a:pathLst>
                <a:path extrusionOk="0" h="593" w="4733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9" name="Google Shape;2039;p2"/>
            <p:cNvSpPr/>
            <p:nvPr/>
          </p:nvSpPr>
          <p:spPr>
            <a:xfrm>
              <a:off x="4256850" y="3132925"/>
              <a:ext cx="66575" cy="15725"/>
            </a:xfrm>
            <a:custGeom>
              <a:rect b="b" l="l" r="r" t="t"/>
              <a:pathLst>
                <a:path extrusionOk="0" h="629" w="2663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0" name="Google Shape;2040;p2"/>
            <p:cNvSpPr/>
            <p:nvPr/>
          </p:nvSpPr>
          <p:spPr>
            <a:xfrm>
              <a:off x="4112675" y="3132925"/>
              <a:ext cx="118325" cy="15725"/>
            </a:xfrm>
            <a:custGeom>
              <a:rect b="b" l="l" r="r" t="t"/>
              <a:pathLst>
                <a:path extrusionOk="0" h="629" w="4733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1" name="Google Shape;2041;p2"/>
            <p:cNvSpPr/>
            <p:nvPr/>
          </p:nvSpPr>
          <p:spPr>
            <a:xfrm>
              <a:off x="3805825" y="3132925"/>
              <a:ext cx="253275" cy="15725"/>
            </a:xfrm>
            <a:custGeom>
              <a:rect b="b" l="l" r="r" t="t"/>
              <a:pathLst>
                <a:path extrusionOk="0" h="629" w="10131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2" name="Google Shape;2042;p2"/>
            <p:cNvSpPr/>
            <p:nvPr/>
          </p:nvSpPr>
          <p:spPr>
            <a:xfrm>
              <a:off x="4047975" y="3210550"/>
              <a:ext cx="275450" cy="14825"/>
            </a:xfrm>
            <a:custGeom>
              <a:rect b="b" l="l" r="r" t="t"/>
              <a:pathLst>
                <a:path extrusionOk="0" h="593" w="11018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3" name="Google Shape;2043;p2"/>
            <p:cNvSpPr/>
            <p:nvPr/>
          </p:nvSpPr>
          <p:spPr>
            <a:xfrm>
              <a:off x="3805825" y="3210550"/>
              <a:ext cx="201500" cy="14825"/>
            </a:xfrm>
            <a:custGeom>
              <a:rect b="b" l="l" r="r" t="t"/>
              <a:pathLst>
                <a:path extrusionOk="0" h="593" w="806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4" name="Google Shape;2044;p2"/>
            <p:cNvSpPr/>
            <p:nvPr/>
          </p:nvSpPr>
          <p:spPr>
            <a:xfrm>
              <a:off x="4196775" y="3287275"/>
              <a:ext cx="126650" cy="15725"/>
            </a:xfrm>
            <a:custGeom>
              <a:rect b="b" l="l" r="r" t="t"/>
              <a:pathLst>
                <a:path extrusionOk="0" h="629" w="5066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5" name="Google Shape;2045;p2"/>
            <p:cNvSpPr/>
            <p:nvPr/>
          </p:nvSpPr>
          <p:spPr>
            <a:xfrm>
              <a:off x="3917650" y="3287275"/>
              <a:ext cx="247725" cy="15725"/>
            </a:xfrm>
            <a:custGeom>
              <a:rect b="b" l="l" r="r" t="t"/>
              <a:pathLst>
                <a:path extrusionOk="0" h="629" w="9909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6" name="Google Shape;2046;p2"/>
            <p:cNvSpPr/>
            <p:nvPr/>
          </p:nvSpPr>
          <p:spPr>
            <a:xfrm>
              <a:off x="3805825" y="3287275"/>
              <a:ext cx="75800" cy="15725"/>
            </a:xfrm>
            <a:custGeom>
              <a:rect b="b" l="l" r="r" t="t"/>
              <a:pathLst>
                <a:path extrusionOk="0" h="629" w="3032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7" name="Google Shape;2047;p2"/>
            <p:cNvSpPr/>
            <p:nvPr/>
          </p:nvSpPr>
          <p:spPr>
            <a:xfrm>
              <a:off x="1700350" y="3333475"/>
              <a:ext cx="69325" cy="154400"/>
            </a:xfrm>
            <a:custGeom>
              <a:rect b="b" l="l" r="r" t="t"/>
              <a:pathLst>
                <a:path extrusionOk="0" h="6176" w="2773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8" name="Google Shape;2048;p2"/>
            <p:cNvSpPr/>
            <p:nvPr/>
          </p:nvSpPr>
          <p:spPr>
            <a:xfrm>
              <a:off x="1838975" y="3401875"/>
              <a:ext cx="69350" cy="86000"/>
            </a:xfrm>
            <a:custGeom>
              <a:rect b="b" l="l" r="r" t="t"/>
              <a:pathLst>
                <a:path extrusionOk="0" h="3440" w="2774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p2"/>
            <p:cNvSpPr/>
            <p:nvPr/>
          </p:nvSpPr>
          <p:spPr>
            <a:xfrm>
              <a:off x="1977625" y="3441625"/>
              <a:ext cx="69350" cy="46250"/>
            </a:xfrm>
            <a:custGeom>
              <a:rect b="b" l="l" r="r" t="t"/>
              <a:pathLst>
                <a:path extrusionOk="0" h="1850" w="2774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0" name="Google Shape;2050;p2"/>
            <p:cNvSpPr/>
            <p:nvPr/>
          </p:nvSpPr>
          <p:spPr>
            <a:xfrm>
              <a:off x="2116250" y="3378775"/>
              <a:ext cx="69350" cy="109100"/>
            </a:xfrm>
            <a:custGeom>
              <a:rect b="b" l="l" r="r" t="t"/>
              <a:pathLst>
                <a:path extrusionOk="0" h="4364" w="2774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1" name="Google Shape;2051;p2"/>
            <p:cNvSpPr/>
            <p:nvPr/>
          </p:nvSpPr>
          <p:spPr>
            <a:xfrm>
              <a:off x="2254900" y="3418525"/>
              <a:ext cx="69350" cy="69350"/>
            </a:xfrm>
            <a:custGeom>
              <a:rect b="b" l="l" r="r" t="t"/>
              <a:pathLst>
                <a:path extrusionOk="0" h="2774" w="2774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2" name="Google Shape;2052;p2"/>
            <p:cNvSpPr/>
            <p:nvPr/>
          </p:nvSpPr>
          <p:spPr>
            <a:xfrm>
              <a:off x="2393550" y="3373225"/>
              <a:ext cx="69325" cy="114650"/>
            </a:xfrm>
            <a:custGeom>
              <a:rect b="b" l="l" r="r" t="t"/>
              <a:pathLst>
                <a:path extrusionOk="0" h="4586" w="2773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3" name="Google Shape;2053;p2"/>
            <p:cNvSpPr/>
            <p:nvPr/>
          </p:nvSpPr>
          <p:spPr>
            <a:xfrm>
              <a:off x="2532175" y="3468425"/>
              <a:ext cx="69350" cy="19450"/>
            </a:xfrm>
            <a:custGeom>
              <a:rect b="b" l="l" r="r" t="t"/>
              <a:pathLst>
                <a:path extrusionOk="0" h="778" w="2774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4" name="Google Shape;2054;p2"/>
            <p:cNvSpPr/>
            <p:nvPr/>
          </p:nvSpPr>
          <p:spPr>
            <a:xfrm>
              <a:off x="2670825" y="3333475"/>
              <a:ext cx="69350" cy="154400"/>
            </a:xfrm>
            <a:custGeom>
              <a:rect b="b" l="l" r="r" t="t"/>
              <a:pathLst>
                <a:path extrusionOk="0" h="6176" w="2774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5" name="Google Shape;2055;p2"/>
            <p:cNvSpPr/>
            <p:nvPr/>
          </p:nvSpPr>
          <p:spPr>
            <a:xfrm>
              <a:off x="2809450" y="3431450"/>
              <a:ext cx="69350" cy="56425"/>
            </a:xfrm>
            <a:custGeom>
              <a:rect b="b" l="l" r="r" t="t"/>
              <a:pathLst>
                <a:path extrusionOk="0" h="2257" w="2774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6" name="Google Shape;2056;p2"/>
            <p:cNvSpPr/>
            <p:nvPr/>
          </p:nvSpPr>
          <p:spPr>
            <a:xfrm>
              <a:off x="2948100" y="3465650"/>
              <a:ext cx="69350" cy="22225"/>
            </a:xfrm>
            <a:custGeom>
              <a:rect b="b" l="l" r="r" t="t"/>
              <a:pathLst>
                <a:path extrusionOk="0" h="889" w="2774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7" name="Google Shape;2057;p2"/>
            <p:cNvSpPr/>
            <p:nvPr/>
          </p:nvSpPr>
          <p:spPr>
            <a:xfrm>
              <a:off x="3086750" y="3437000"/>
              <a:ext cx="69325" cy="50875"/>
            </a:xfrm>
            <a:custGeom>
              <a:rect b="b" l="l" r="r" t="t"/>
              <a:pathLst>
                <a:path extrusionOk="0" h="2035" w="2773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8" name="Google Shape;2058;p2"/>
            <p:cNvSpPr/>
            <p:nvPr/>
          </p:nvSpPr>
          <p:spPr>
            <a:xfrm>
              <a:off x="3225375" y="3333475"/>
              <a:ext cx="69350" cy="154400"/>
            </a:xfrm>
            <a:custGeom>
              <a:rect b="b" l="l" r="r" t="t"/>
              <a:pathLst>
                <a:path extrusionOk="0" h="6176" w="2774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9" name="Google Shape;2059;p2"/>
            <p:cNvSpPr/>
            <p:nvPr/>
          </p:nvSpPr>
          <p:spPr>
            <a:xfrm>
              <a:off x="3364025" y="3364900"/>
              <a:ext cx="69325" cy="122975"/>
            </a:xfrm>
            <a:custGeom>
              <a:rect b="b" l="l" r="r" t="t"/>
              <a:pathLst>
                <a:path extrusionOk="0" h="4919" w="2773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0" name="Google Shape;2060;p2"/>
            <p:cNvSpPr/>
            <p:nvPr/>
          </p:nvSpPr>
          <p:spPr>
            <a:xfrm>
              <a:off x="3502650" y="3386175"/>
              <a:ext cx="69350" cy="101700"/>
            </a:xfrm>
            <a:custGeom>
              <a:rect b="b" l="l" r="r" t="t"/>
              <a:pathLst>
                <a:path extrusionOk="0" h="4068" w="2774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p2"/>
            <p:cNvSpPr/>
            <p:nvPr/>
          </p:nvSpPr>
          <p:spPr>
            <a:xfrm>
              <a:off x="3855725" y="1244650"/>
              <a:ext cx="170100" cy="822625"/>
            </a:xfrm>
            <a:custGeom>
              <a:rect b="b" l="l" r="r" t="t"/>
              <a:pathLst>
                <a:path extrusionOk="0" h="32905" w="6804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p2"/>
            <p:cNvSpPr/>
            <p:nvPr/>
          </p:nvSpPr>
          <p:spPr>
            <a:xfrm>
              <a:off x="4130225" y="1239100"/>
              <a:ext cx="302275" cy="14800"/>
            </a:xfrm>
            <a:custGeom>
              <a:rect b="b" l="l" r="r" t="t"/>
              <a:pathLst>
                <a:path extrusionOk="0" h="592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3" name="Google Shape;2063;p2"/>
            <p:cNvSpPr/>
            <p:nvPr/>
          </p:nvSpPr>
          <p:spPr>
            <a:xfrm>
              <a:off x="4130225" y="1330600"/>
              <a:ext cx="302275" cy="15725"/>
            </a:xfrm>
            <a:custGeom>
              <a:rect b="b" l="l" r="r" t="t"/>
              <a:pathLst>
                <a:path extrusionOk="0" h="629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4" name="Google Shape;2064;p2"/>
            <p:cNvSpPr/>
            <p:nvPr/>
          </p:nvSpPr>
          <p:spPr>
            <a:xfrm>
              <a:off x="4130225" y="1422100"/>
              <a:ext cx="302275" cy="15725"/>
            </a:xfrm>
            <a:custGeom>
              <a:rect b="b" l="l" r="r" t="t"/>
              <a:pathLst>
                <a:path extrusionOk="0" h="629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5" name="Google Shape;2065;p2"/>
            <p:cNvSpPr/>
            <p:nvPr/>
          </p:nvSpPr>
          <p:spPr>
            <a:xfrm>
              <a:off x="1709575" y="4545200"/>
              <a:ext cx="317975" cy="15750"/>
            </a:xfrm>
            <a:custGeom>
              <a:rect b="b" l="l" r="r" t="t"/>
              <a:pathLst>
                <a:path extrusionOk="0" h="630" w="12719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6" name="Google Shape;2066;p2"/>
            <p:cNvSpPr/>
            <p:nvPr/>
          </p:nvSpPr>
          <p:spPr>
            <a:xfrm>
              <a:off x="1709575" y="4631150"/>
              <a:ext cx="317975" cy="15750"/>
            </a:xfrm>
            <a:custGeom>
              <a:rect b="b" l="l" r="r" t="t"/>
              <a:pathLst>
                <a:path extrusionOk="0" h="630" w="12719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7" name="Google Shape;2067;p2"/>
            <p:cNvSpPr/>
            <p:nvPr/>
          </p:nvSpPr>
          <p:spPr>
            <a:xfrm>
              <a:off x="1709575" y="4717125"/>
              <a:ext cx="317975" cy="15725"/>
            </a:xfrm>
            <a:custGeom>
              <a:rect b="b" l="l" r="r" t="t"/>
              <a:pathLst>
                <a:path extrusionOk="0" h="629" w="12719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8" name="Google Shape;2068;p2"/>
            <p:cNvSpPr/>
            <p:nvPr/>
          </p:nvSpPr>
          <p:spPr>
            <a:xfrm>
              <a:off x="1709575" y="4803075"/>
              <a:ext cx="317975" cy="14800"/>
            </a:xfrm>
            <a:custGeom>
              <a:rect b="b" l="l" r="r" t="t"/>
              <a:pathLst>
                <a:path extrusionOk="0" h="592" w="12719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9" name="Google Shape;2069;p2"/>
            <p:cNvSpPr/>
            <p:nvPr/>
          </p:nvSpPr>
          <p:spPr>
            <a:xfrm>
              <a:off x="2163400" y="3753100"/>
              <a:ext cx="949250" cy="949250"/>
            </a:xfrm>
            <a:custGeom>
              <a:rect b="b" l="l" r="r" t="t"/>
              <a:pathLst>
                <a:path extrusionOk="0" h="37970" w="3797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0" name="Google Shape;2070;p2"/>
            <p:cNvSpPr/>
            <p:nvPr/>
          </p:nvSpPr>
          <p:spPr>
            <a:xfrm>
              <a:off x="2155075" y="3744775"/>
              <a:ext cx="965875" cy="965900"/>
            </a:xfrm>
            <a:custGeom>
              <a:rect b="b" l="l" r="r" t="t"/>
              <a:pathLst>
                <a:path extrusionOk="0" h="38636" w="38635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1" name="Google Shape;2071;p2"/>
            <p:cNvSpPr/>
            <p:nvPr/>
          </p:nvSpPr>
          <p:spPr>
            <a:xfrm>
              <a:off x="2283550" y="3873250"/>
              <a:ext cx="708950" cy="708950"/>
            </a:xfrm>
            <a:custGeom>
              <a:rect b="b" l="l" r="r" t="t"/>
              <a:pathLst>
                <a:path extrusionOk="0" h="28358" w="28358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2" name="Google Shape;2072;p2"/>
            <p:cNvSpPr/>
            <p:nvPr/>
          </p:nvSpPr>
          <p:spPr>
            <a:xfrm>
              <a:off x="2275225" y="3864950"/>
              <a:ext cx="725575" cy="725575"/>
            </a:xfrm>
            <a:custGeom>
              <a:rect b="b" l="l" r="r" t="t"/>
              <a:pathLst>
                <a:path extrusionOk="0" h="29023" w="29023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3" name="Google Shape;2073;p2"/>
            <p:cNvSpPr/>
            <p:nvPr/>
          </p:nvSpPr>
          <p:spPr>
            <a:xfrm>
              <a:off x="2413875" y="4003575"/>
              <a:ext cx="448300" cy="448300"/>
            </a:xfrm>
            <a:custGeom>
              <a:rect b="b" l="l" r="r" t="t"/>
              <a:pathLst>
                <a:path extrusionOk="0" h="17932" w="17932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4" name="Google Shape;2074;p2"/>
            <p:cNvSpPr/>
            <p:nvPr/>
          </p:nvSpPr>
          <p:spPr>
            <a:xfrm>
              <a:off x="2406475" y="3996175"/>
              <a:ext cx="463075" cy="463100"/>
            </a:xfrm>
            <a:custGeom>
              <a:rect b="b" l="l" r="r" t="t"/>
              <a:pathLst>
                <a:path extrusionOk="0" h="18524" w="18523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5" name="Google Shape;2075;p2"/>
            <p:cNvSpPr/>
            <p:nvPr/>
          </p:nvSpPr>
          <p:spPr>
            <a:xfrm>
              <a:off x="1636575" y="3993425"/>
              <a:ext cx="469550" cy="468625"/>
            </a:xfrm>
            <a:custGeom>
              <a:rect b="b" l="l" r="r" t="t"/>
              <a:pathLst>
                <a:path extrusionOk="0" h="18745" w="18782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6" name="Google Shape;2076;p2"/>
            <p:cNvSpPr/>
            <p:nvPr/>
          </p:nvSpPr>
          <p:spPr>
            <a:xfrm>
              <a:off x="1629175" y="3985100"/>
              <a:ext cx="484325" cy="485250"/>
            </a:xfrm>
            <a:custGeom>
              <a:rect b="b" l="l" r="r" t="t"/>
              <a:pathLst>
                <a:path extrusionOk="0" h="19410" w="19373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7" name="Google Shape;2077;p2"/>
            <p:cNvSpPr/>
            <p:nvPr/>
          </p:nvSpPr>
          <p:spPr>
            <a:xfrm>
              <a:off x="1740075" y="4096925"/>
              <a:ext cx="262525" cy="262525"/>
            </a:xfrm>
            <a:custGeom>
              <a:rect b="b" l="l" r="r" t="t"/>
              <a:pathLst>
                <a:path extrusionOk="0" h="10501" w="10501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8" name="Google Shape;2078;p2"/>
            <p:cNvSpPr/>
            <p:nvPr/>
          </p:nvSpPr>
          <p:spPr>
            <a:xfrm>
              <a:off x="1732700" y="4088600"/>
              <a:ext cx="277300" cy="278250"/>
            </a:xfrm>
            <a:custGeom>
              <a:rect b="b" l="l" r="r" t="t"/>
              <a:pathLst>
                <a:path extrusionOk="0" h="11130" w="11092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9" name="Google Shape;2079;p2"/>
            <p:cNvSpPr/>
            <p:nvPr/>
          </p:nvSpPr>
          <p:spPr>
            <a:xfrm>
              <a:off x="1304750" y="4090450"/>
              <a:ext cx="274525" cy="274550"/>
            </a:xfrm>
            <a:custGeom>
              <a:rect b="b" l="l" r="r" t="t"/>
              <a:pathLst>
                <a:path extrusionOk="0" h="10982" w="10981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0" name="Google Shape;2080;p2"/>
            <p:cNvSpPr/>
            <p:nvPr/>
          </p:nvSpPr>
          <p:spPr>
            <a:xfrm>
              <a:off x="1297350" y="4083075"/>
              <a:ext cx="290250" cy="289300"/>
            </a:xfrm>
            <a:custGeom>
              <a:rect b="b" l="l" r="r" t="t"/>
              <a:pathLst>
                <a:path extrusionOk="0" h="11572" w="1161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1" name="Google Shape;2081;p2"/>
            <p:cNvSpPr/>
            <p:nvPr/>
          </p:nvSpPr>
          <p:spPr>
            <a:xfrm>
              <a:off x="1364825" y="4150550"/>
              <a:ext cx="154375" cy="154375"/>
            </a:xfrm>
            <a:custGeom>
              <a:rect b="b" l="l" r="r" t="t"/>
              <a:pathLst>
                <a:path extrusionOk="0" h="6175" w="6175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2" name="Google Shape;2082;p2"/>
            <p:cNvSpPr/>
            <p:nvPr/>
          </p:nvSpPr>
          <p:spPr>
            <a:xfrm>
              <a:off x="1357450" y="4143150"/>
              <a:ext cx="169150" cy="169150"/>
            </a:xfrm>
            <a:custGeom>
              <a:rect b="b" l="l" r="r" t="t"/>
              <a:pathLst>
                <a:path extrusionOk="0" h="6766" w="6766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p2"/>
            <p:cNvSpPr/>
            <p:nvPr/>
          </p:nvSpPr>
          <p:spPr>
            <a:xfrm>
              <a:off x="1150400" y="4228175"/>
              <a:ext cx="1488100" cy="25"/>
            </a:xfrm>
            <a:custGeom>
              <a:rect b="b" l="l" r="r" t="t"/>
              <a:pathLst>
                <a:path extrusionOk="0" h="1" w="59524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2"/>
            <p:cNvSpPr/>
            <p:nvPr/>
          </p:nvSpPr>
          <p:spPr>
            <a:xfrm>
              <a:off x="1143000" y="4219850"/>
              <a:ext cx="1502900" cy="15750"/>
            </a:xfrm>
            <a:custGeom>
              <a:rect b="b" l="l" r="r" t="t"/>
              <a:pathLst>
                <a:path extrusionOk="0" h="630" w="60116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p2"/>
            <p:cNvSpPr/>
            <p:nvPr/>
          </p:nvSpPr>
          <p:spPr>
            <a:xfrm>
              <a:off x="2662500" y="939625"/>
              <a:ext cx="943700" cy="739450"/>
            </a:xfrm>
            <a:custGeom>
              <a:rect b="b" l="l" r="r" t="t"/>
              <a:pathLst>
                <a:path extrusionOk="0" h="29578" w="37748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6" name="Google Shape;2086;p2"/>
            <p:cNvSpPr/>
            <p:nvPr/>
          </p:nvSpPr>
          <p:spPr>
            <a:xfrm>
              <a:off x="2752150" y="1489575"/>
              <a:ext cx="854050" cy="189500"/>
            </a:xfrm>
            <a:custGeom>
              <a:rect b="b" l="l" r="r" t="t"/>
              <a:pathLst>
                <a:path extrusionOk="0" h="7580" w="34162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7" name="Google Shape;2087;p2"/>
            <p:cNvSpPr/>
            <p:nvPr/>
          </p:nvSpPr>
          <p:spPr>
            <a:xfrm>
              <a:off x="2662500" y="1694750"/>
              <a:ext cx="943700" cy="74900"/>
            </a:xfrm>
            <a:custGeom>
              <a:rect b="b" l="l" r="r" t="t"/>
              <a:pathLst>
                <a:path extrusionOk="0" h="2996" w="37748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8" name="Google Shape;2088;p2"/>
            <p:cNvSpPr/>
            <p:nvPr/>
          </p:nvSpPr>
          <p:spPr>
            <a:xfrm>
              <a:off x="2662500" y="1679050"/>
              <a:ext cx="943700" cy="15725"/>
            </a:xfrm>
            <a:custGeom>
              <a:rect b="b" l="l" r="r" t="t"/>
              <a:pathLst>
                <a:path extrusionOk="0" h="629" w="37748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9" name="Google Shape;2089;p2"/>
            <p:cNvSpPr/>
            <p:nvPr/>
          </p:nvSpPr>
          <p:spPr>
            <a:xfrm>
              <a:off x="2655100" y="932250"/>
              <a:ext cx="959425" cy="844800"/>
            </a:xfrm>
            <a:custGeom>
              <a:rect b="b" l="l" r="r" t="t"/>
              <a:pathLst>
                <a:path extrusionOk="0" h="33792" w="38377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0" name="Google Shape;2090;p2"/>
            <p:cNvSpPr/>
            <p:nvPr/>
          </p:nvSpPr>
          <p:spPr>
            <a:xfrm>
              <a:off x="2662500" y="939625"/>
              <a:ext cx="943700" cy="141450"/>
            </a:xfrm>
            <a:custGeom>
              <a:rect b="b" l="l" r="r" t="t"/>
              <a:pathLst>
                <a:path extrusionOk="0" h="5658" w="37748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1" name="Google Shape;2091;p2"/>
            <p:cNvSpPr/>
            <p:nvPr/>
          </p:nvSpPr>
          <p:spPr>
            <a:xfrm>
              <a:off x="2655100" y="932250"/>
              <a:ext cx="959425" cy="156225"/>
            </a:xfrm>
            <a:custGeom>
              <a:rect b="b" l="l" r="r" t="t"/>
              <a:pathLst>
                <a:path extrusionOk="0" h="6249" w="38377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2" name="Google Shape;2092;p2"/>
            <p:cNvSpPr/>
            <p:nvPr/>
          </p:nvSpPr>
          <p:spPr>
            <a:xfrm>
              <a:off x="2942550" y="1191950"/>
              <a:ext cx="389150" cy="389150"/>
            </a:xfrm>
            <a:custGeom>
              <a:rect b="b" l="l" r="r" t="t"/>
              <a:pathLst>
                <a:path extrusionOk="0" h="15566" w="15566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3" name="Google Shape;2093;p2"/>
            <p:cNvSpPr/>
            <p:nvPr/>
          </p:nvSpPr>
          <p:spPr>
            <a:xfrm>
              <a:off x="2935150" y="1183650"/>
              <a:ext cx="404850" cy="404850"/>
            </a:xfrm>
            <a:custGeom>
              <a:rect b="b" l="l" r="r" t="t"/>
              <a:pathLst>
                <a:path extrusionOk="0" h="16194" w="16194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4" name="Google Shape;2094;p2"/>
            <p:cNvSpPr/>
            <p:nvPr/>
          </p:nvSpPr>
          <p:spPr>
            <a:xfrm>
              <a:off x="3046075" y="1257575"/>
              <a:ext cx="228325" cy="263450"/>
            </a:xfrm>
            <a:custGeom>
              <a:rect b="b" l="l" r="r" t="t"/>
              <a:pathLst>
                <a:path extrusionOk="0" h="10538" w="9133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5" name="Google Shape;2095;p2"/>
            <p:cNvSpPr/>
            <p:nvPr/>
          </p:nvSpPr>
          <p:spPr>
            <a:xfrm>
              <a:off x="3038675" y="1250425"/>
              <a:ext cx="243100" cy="278675"/>
            </a:xfrm>
            <a:custGeom>
              <a:rect b="b" l="l" r="r" t="t"/>
              <a:pathLst>
                <a:path extrusionOk="0" h="11147" w="9724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6" name="Google Shape;2096;p2"/>
          <p:cNvGrpSpPr/>
          <p:nvPr/>
        </p:nvGrpSpPr>
        <p:grpSpPr>
          <a:xfrm>
            <a:off x="582200" y="114317"/>
            <a:ext cx="495378" cy="622901"/>
            <a:chOff x="731647" y="573573"/>
            <a:chExt cx="635100" cy="734640"/>
          </a:xfrm>
        </p:grpSpPr>
        <p:grpSp>
          <p:nvGrpSpPr>
            <p:cNvPr id="2097" name="Google Shape;2097;p2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098" name="Google Shape;2098;p2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9" name="Google Shape;2099;p2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00" name="Google Shape;2100;p2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01" name="Google Shape;2101;p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2" name="Google Shape;2102;p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3" name="Google Shape;2103;p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04" name="Google Shape;2104;p2"/>
          <p:cNvGrpSpPr/>
          <p:nvPr/>
        </p:nvGrpSpPr>
        <p:grpSpPr>
          <a:xfrm>
            <a:off x="582200" y="805759"/>
            <a:ext cx="495378" cy="621928"/>
            <a:chOff x="731647" y="1650460"/>
            <a:chExt cx="635100" cy="733491"/>
          </a:xfrm>
        </p:grpSpPr>
        <p:grpSp>
          <p:nvGrpSpPr>
            <p:cNvPr id="2105" name="Google Shape;2105;p2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106" name="Google Shape;2106;p2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7" name="Google Shape;2107;p2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08" name="Google Shape;2108;p2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109" name="Google Shape;2109;p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0" name="Google Shape;2110;p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1" name="Google Shape;2111;p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12" name="Google Shape;2112;p2"/>
          <p:cNvGrpSpPr/>
          <p:nvPr/>
        </p:nvGrpSpPr>
        <p:grpSpPr>
          <a:xfrm>
            <a:off x="582200" y="1504878"/>
            <a:ext cx="495378" cy="623192"/>
            <a:chOff x="731647" y="2728277"/>
            <a:chExt cx="635100" cy="734983"/>
          </a:xfrm>
        </p:grpSpPr>
        <p:grpSp>
          <p:nvGrpSpPr>
            <p:cNvPr id="2113" name="Google Shape;2113;p2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114" name="Google Shape;2114;p2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5" name="Google Shape;2115;p2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16" name="Google Shape;2116;p2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117" name="Google Shape;2117;p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8" name="Google Shape;2118;p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9" name="Google Shape;2119;p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20" name="Google Shape;2120;p2"/>
          <p:cNvGrpSpPr/>
          <p:nvPr/>
        </p:nvGrpSpPr>
        <p:grpSpPr>
          <a:xfrm>
            <a:off x="582200" y="2207456"/>
            <a:ext cx="495378" cy="622956"/>
            <a:chOff x="731647" y="3806675"/>
            <a:chExt cx="635100" cy="734704"/>
          </a:xfrm>
        </p:grpSpPr>
        <p:grpSp>
          <p:nvGrpSpPr>
            <p:cNvPr id="2121" name="Google Shape;2121;p2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2122" name="Google Shape;2122;p2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3" name="Google Shape;2123;p2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4" name="Google Shape;2124;p2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2125" name="Google Shape;2125;p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6" name="Google Shape;2126;p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7" name="Google Shape;2127;p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28" name="Google Shape;2128;p2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129" name="Google Shape;2129;p2"/>
          <p:cNvSpPr txBox="1"/>
          <p:nvPr>
            <p:ph idx="1" type="subTitle"/>
          </p:nvPr>
        </p:nvSpPr>
        <p:spPr>
          <a:xfrm>
            <a:off x="1204097" y="114325"/>
            <a:ext cx="26151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Introduction to RLHF</a:t>
            </a:r>
            <a:endParaRPr/>
          </a:p>
        </p:txBody>
      </p:sp>
      <p:sp>
        <p:nvSpPr>
          <p:cNvPr id="2130" name="Google Shape;2130;p2"/>
          <p:cNvSpPr txBox="1"/>
          <p:nvPr>
            <p:ph idx="3" type="subTitle"/>
          </p:nvPr>
        </p:nvSpPr>
        <p:spPr>
          <a:xfrm>
            <a:off x="1239575" y="737225"/>
            <a:ext cx="38922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Problem with Accuracy-Centric Evaluation</a:t>
            </a:r>
            <a:endParaRPr/>
          </a:p>
        </p:txBody>
      </p:sp>
      <p:sp>
        <p:nvSpPr>
          <p:cNvPr id="2131" name="Google Shape;2131;p2"/>
          <p:cNvSpPr txBox="1"/>
          <p:nvPr>
            <p:ph idx="5" type="subTitle"/>
          </p:nvPr>
        </p:nvSpPr>
        <p:spPr>
          <a:xfrm>
            <a:off x="1204098" y="1489963"/>
            <a:ext cx="28953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Reward Variance: The Missing Ingredient</a:t>
            </a:r>
            <a:endParaRPr/>
          </a:p>
        </p:txBody>
      </p:sp>
      <p:sp>
        <p:nvSpPr>
          <p:cNvPr id="2132" name="Google Shape;2132;p2"/>
          <p:cNvSpPr txBox="1"/>
          <p:nvPr>
            <p:ph idx="7" type="subTitle"/>
          </p:nvPr>
        </p:nvSpPr>
        <p:spPr>
          <a:xfrm>
            <a:off x="1204105" y="2242719"/>
            <a:ext cx="20397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Theoretical Insights</a:t>
            </a:r>
            <a:endParaRPr/>
          </a:p>
        </p:txBody>
      </p:sp>
      <p:sp>
        <p:nvSpPr>
          <p:cNvPr id="2133" name="Google Shape;2133;p2"/>
          <p:cNvSpPr txBox="1"/>
          <p:nvPr>
            <p:ph idx="9" type="title"/>
          </p:nvPr>
        </p:nvSpPr>
        <p:spPr>
          <a:xfrm>
            <a:off x="646293" y="240482"/>
            <a:ext cx="3567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2134" name="Google Shape;2134;p2"/>
          <p:cNvSpPr txBox="1"/>
          <p:nvPr>
            <p:ph idx="13" type="title"/>
          </p:nvPr>
        </p:nvSpPr>
        <p:spPr>
          <a:xfrm>
            <a:off x="646293" y="933699"/>
            <a:ext cx="3567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135" name="Google Shape;2135;p2"/>
          <p:cNvSpPr txBox="1"/>
          <p:nvPr>
            <p:ph idx="14" type="title"/>
          </p:nvPr>
        </p:nvSpPr>
        <p:spPr>
          <a:xfrm>
            <a:off x="646293" y="1633807"/>
            <a:ext cx="3567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2136" name="Google Shape;2136;p2"/>
          <p:cNvSpPr txBox="1"/>
          <p:nvPr>
            <p:ph idx="15" type="title"/>
          </p:nvPr>
        </p:nvSpPr>
        <p:spPr>
          <a:xfrm>
            <a:off x="646293" y="2336879"/>
            <a:ext cx="3567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4</a:t>
            </a:r>
            <a:endParaRPr/>
          </a:p>
        </p:txBody>
      </p:sp>
      <p:grpSp>
        <p:nvGrpSpPr>
          <p:cNvPr id="2137" name="Google Shape;2137;p2"/>
          <p:cNvGrpSpPr/>
          <p:nvPr/>
        </p:nvGrpSpPr>
        <p:grpSpPr>
          <a:xfrm>
            <a:off x="593225" y="2908598"/>
            <a:ext cx="495378" cy="622956"/>
            <a:chOff x="731647" y="3806675"/>
            <a:chExt cx="635100" cy="734704"/>
          </a:xfrm>
        </p:grpSpPr>
        <p:grpSp>
          <p:nvGrpSpPr>
            <p:cNvPr id="2138" name="Google Shape;2138;p2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2139" name="Google Shape;2139;p2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0" name="Google Shape;2140;p2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41" name="Google Shape;2141;p2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2142" name="Google Shape;2142;p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3" name="Google Shape;2143;p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4" name="Google Shape;2144;p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45" name="Google Shape;2145;p2"/>
          <p:cNvSpPr txBox="1"/>
          <p:nvPr>
            <p:ph idx="7" type="subTitle"/>
          </p:nvPr>
        </p:nvSpPr>
        <p:spPr>
          <a:xfrm>
            <a:off x="1239574" y="2961338"/>
            <a:ext cx="26151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Experimental Validation</a:t>
            </a:r>
            <a:endParaRPr/>
          </a:p>
        </p:txBody>
      </p:sp>
      <p:sp>
        <p:nvSpPr>
          <p:cNvPr id="2146" name="Google Shape;2146;p2"/>
          <p:cNvSpPr txBox="1"/>
          <p:nvPr>
            <p:ph idx="15" type="title"/>
          </p:nvPr>
        </p:nvSpPr>
        <p:spPr>
          <a:xfrm>
            <a:off x="657318" y="3038021"/>
            <a:ext cx="3567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5</a:t>
            </a:r>
            <a:endParaRPr/>
          </a:p>
        </p:txBody>
      </p:sp>
      <p:grpSp>
        <p:nvGrpSpPr>
          <p:cNvPr id="2147" name="Google Shape;2147;p2"/>
          <p:cNvGrpSpPr/>
          <p:nvPr/>
        </p:nvGrpSpPr>
        <p:grpSpPr>
          <a:xfrm>
            <a:off x="593225" y="3648510"/>
            <a:ext cx="495378" cy="622956"/>
            <a:chOff x="731647" y="3806675"/>
            <a:chExt cx="635100" cy="734704"/>
          </a:xfrm>
        </p:grpSpPr>
        <p:grpSp>
          <p:nvGrpSpPr>
            <p:cNvPr id="2148" name="Google Shape;2148;p2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2149" name="Google Shape;2149;p2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0" name="Google Shape;2150;p2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51" name="Google Shape;2151;p2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2152" name="Google Shape;2152;p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3" name="Google Shape;2153;p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4" name="Google Shape;2154;p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55" name="Google Shape;2155;p2"/>
          <p:cNvSpPr txBox="1"/>
          <p:nvPr>
            <p:ph idx="7" type="subTitle"/>
          </p:nvPr>
        </p:nvSpPr>
        <p:spPr>
          <a:xfrm>
            <a:off x="1228549" y="3531550"/>
            <a:ext cx="26151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Implications for Reward Model Design</a:t>
            </a:r>
            <a:endParaRPr/>
          </a:p>
        </p:txBody>
      </p:sp>
      <p:sp>
        <p:nvSpPr>
          <p:cNvPr id="2156" name="Google Shape;2156;p2"/>
          <p:cNvSpPr txBox="1"/>
          <p:nvPr>
            <p:ph idx="15" type="title"/>
          </p:nvPr>
        </p:nvSpPr>
        <p:spPr>
          <a:xfrm>
            <a:off x="657318" y="3777934"/>
            <a:ext cx="3567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6</a:t>
            </a:r>
            <a:endParaRPr/>
          </a:p>
        </p:txBody>
      </p:sp>
      <p:grpSp>
        <p:nvGrpSpPr>
          <p:cNvPr id="2157" name="Google Shape;2157;p2"/>
          <p:cNvGrpSpPr/>
          <p:nvPr/>
        </p:nvGrpSpPr>
        <p:grpSpPr>
          <a:xfrm>
            <a:off x="593225" y="4322985"/>
            <a:ext cx="495378" cy="622956"/>
            <a:chOff x="731647" y="3806675"/>
            <a:chExt cx="635100" cy="734704"/>
          </a:xfrm>
        </p:grpSpPr>
        <p:grpSp>
          <p:nvGrpSpPr>
            <p:cNvPr id="2158" name="Google Shape;2158;p2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2159" name="Google Shape;2159;p2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0" name="Google Shape;2160;p2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61" name="Google Shape;2161;p2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2162" name="Google Shape;2162;p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3" name="Google Shape;2163;p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4" name="Google Shape;2164;p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65" name="Google Shape;2165;p2"/>
          <p:cNvSpPr txBox="1"/>
          <p:nvPr>
            <p:ph idx="7" type="subTitle"/>
          </p:nvPr>
        </p:nvSpPr>
        <p:spPr>
          <a:xfrm>
            <a:off x="1239574" y="4375725"/>
            <a:ext cx="26151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Conclusion &amp; Future Work</a:t>
            </a:r>
            <a:endParaRPr/>
          </a:p>
        </p:txBody>
      </p:sp>
      <p:sp>
        <p:nvSpPr>
          <p:cNvPr id="2166" name="Google Shape;2166;p2"/>
          <p:cNvSpPr txBox="1"/>
          <p:nvPr>
            <p:ph idx="15" type="title"/>
          </p:nvPr>
        </p:nvSpPr>
        <p:spPr>
          <a:xfrm>
            <a:off x="657318" y="4452409"/>
            <a:ext cx="3567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7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0" name="Shape 2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1" name="Google Shape;2171;p3"/>
          <p:cNvSpPr txBox="1"/>
          <p:nvPr>
            <p:ph type="title"/>
          </p:nvPr>
        </p:nvSpPr>
        <p:spPr>
          <a:xfrm>
            <a:off x="999405" y="338325"/>
            <a:ext cx="5621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Reinforcement Learning from Human Feedback (RLHF)</a:t>
            </a:r>
            <a:endParaRPr/>
          </a:p>
        </p:txBody>
      </p:sp>
      <p:sp>
        <p:nvSpPr>
          <p:cNvPr id="2172" name="Google Shape;2172;p3"/>
          <p:cNvSpPr txBox="1"/>
          <p:nvPr>
            <p:ph idx="1" type="body"/>
          </p:nvPr>
        </p:nvSpPr>
        <p:spPr>
          <a:xfrm>
            <a:off x="719250" y="1377475"/>
            <a:ext cx="7705500" cy="30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600"/>
              <a:t>Two-Step Process:</a:t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Reward Model Training: Learns from human preferences (e.g., Bradley-Terry model).</a:t>
            </a:r>
            <a:endParaRPr sz="14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Policy Optimization: Language model (policy) maximizes reward via methods like PPO/RLOO.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Key Assumption: Higher reward model scores → Better alignment with human preferences.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6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4"/>
          <p:cNvSpPr txBox="1"/>
          <p:nvPr>
            <p:ph type="title"/>
          </p:nvPr>
        </p:nvSpPr>
        <p:spPr>
          <a:xfrm>
            <a:off x="999405" y="338325"/>
            <a:ext cx="5621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The Accuracy Paradox</a:t>
            </a:r>
            <a:endParaRPr/>
          </a:p>
        </p:txBody>
      </p:sp>
      <p:sp>
        <p:nvSpPr>
          <p:cNvPr id="2178" name="Google Shape;2178;p4"/>
          <p:cNvSpPr txBox="1"/>
          <p:nvPr>
            <p:ph idx="1" type="body"/>
          </p:nvPr>
        </p:nvSpPr>
        <p:spPr>
          <a:xfrm>
            <a:off x="719250" y="1377475"/>
            <a:ext cx="7705500" cy="30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600"/>
              <a:t>Current Practice: </a:t>
            </a:r>
            <a:r>
              <a:rPr lang="en" sz="1600"/>
              <a:t>Reward models are evaluated by accuracy (agreement with human rankings).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400"/>
              <a:t>Problem</a:t>
            </a:r>
            <a:r>
              <a:rPr lang="en" sz="1400"/>
              <a:t>: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High accuracy ≠ Better policy performance.</a:t>
            </a:r>
            <a:endParaRPr sz="14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Example: A "boring teacher" gives all students similar grades → No clear learning signal.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400"/>
              <a:t>Key Insight: </a:t>
            </a:r>
            <a:r>
              <a:rPr b="1" lang="en" sz="1400"/>
              <a:t>Reward variance </a:t>
            </a:r>
            <a:r>
              <a:rPr lang="en" sz="1400"/>
              <a:t>(separation between scores) is critical for optimization.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2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3" name="Google Shape;2183;p5"/>
          <p:cNvSpPr txBox="1"/>
          <p:nvPr>
            <p:ph type="title"/>
          </p:nvPr>
        </p:nvSpPr>
        <p:spPr>
          <a:xfrm>
            <a:off x="999405" y="338325"/>
            <a:ext cx="5621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Reward Variance Defined</a:t>
            </a:r>
            <a:endParaRPr/>
          </a:p>
        </p:txBody>
      </p:sp>
      <p:sp>
        <p:nvSpPr>
          <p:cNvPr id="2184" name="Google Shape;2184;p5"/>
          <p:cNvSpPr txBox="1"/>
          <p:nvPr>
            <p:ph idx="1" type="body"/>
          </p:nvPr>
        </p:nvSpPr>
        <p:spPr>
          <a:xfrm>
            <a:off x="719250" y="1368675"/>
            <a:ext cx="7705500" cy="30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600"/>
              <a:t>Variance Formula:</a:t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600"/>
              <a:t>Intuition:</a:t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600"/>
              <a:t>High variance = Clear distinction between good/bad outputs.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600"/>
              <a:t>Low variance = Flat optimization landscape → Slow learning.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600"/>
          </a:p>
        </p:txBody>
      </p:sp>
      <p:pic>
        <p:nvPicPr>
          <p:cNvPr id="2185" name="Google Shape;218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8400" y="1642500"/>
            <a:ext cx="3436973" cy="45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9" name="Shape 2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0" name="Google Shape;2190;p6"/>
          <p:cNvSpPr txBox="1"/>
          <p:nvPr>
            <p:ph type="title"/>
          </p:nvPr>
        </p:nvSpPr>
        <p:spPr>
          <a:xfrm>
            <a:off x="999405" y="338325"/>
            <a:ext cx="5621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Theoretical Insights</a:t>
            </a:r>
            <a:endParaRPr/>
          </a:p>
        </p:txBody>
      </p:sp>
      <p:sp>
        <p:nvSpPr>
          <p:cNvPr id="2191" name="Google Shape;2191;p6"/>
          <p:cNvSpPr txBox="1"/>
          <p:nvPr>
            <p:ph idx="1" type="body"/>
          </p:nvPr>
        </p:nvSpPr>
        <p:spPr>
          <a:xfrm>
            <a:off x="719250" y="1025775"/>
            <a:ext cx="7705500" cy="30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600"/>
              <a:t>Theorem 1:</a:t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600"/>
              <a:t>Low reward variance → Slow optimization (time to improve scales as</a:t>
            </a:r>
            <a:r>
              <a:rPr lang="en"/>
              <a:t> Ω(Var^−1/3))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600"/>
              <a:t>Theorem 2:</a:t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600"/>
              <a:t>Perfectly accurate reward models can underperform less accurate ones with higher variance.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600"/>
              <a:t>Theorem 3:</a:t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600"/>
              <a:t>Reward models are policy-dependent (no universal "best" model)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5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Google Shape;2196;p7"/>
          <p:cNvSpPr txBox="1"/>
          <p:nvPr>
            <p:ph type="title"/>
          </p:nvPr>
        </p:nvSpPr>
        <p:spPr>
          <a:xfrm>
            <a:off x="999405" y="338325"/>
            <a:ext cx="5621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Flat vs. Varied Landscapes</a:t>
            </a:r>
            <a:endParaRPr/>
          </a:p>
        </p:txBody>
      </p:sp>
      <p:pic>
        <p:nvPicPr>
          <p:cNvPr id="2197" name="Google Shape;219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1066725"/>
            <a:ext cx="7905750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1" name="Shape 2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Google Shape;2202;p8"/>
          <p:cNvSpPr txBox="1"/>
          <p:nvPr>
            <p:ph type="title"/>
          </p:nvPr>
        </p:nvSpPr>
        <p:spPr>
          <a:xfrm>
            <a:off x="999405" y="338325"/>
            <a:ext cx="5621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Experimental Setup</a:t>
            </a:r>
            <a:endParaRPr/>
          </a:p>
        </p:txBody>
      </p:sp>
      <p:sp>
        <p:nvSpPr>
          <p:cNvPr id="2203" name="Google Shape;2203;p8"/>
          <p:cNvSpPr txBox="1"/>
          <p:nvPr>
            <p:ph idx="1" type="body"/>
          </p:nvPr>
        </p:nvSpPr>
        <p:spPr>
          <a:xfrm>
            <a:off x="719250" y="1025775"/>
            <a:ext cx="7705500" cy="30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600"/>
              <a:t>Datasets: </a:t>
            </a:r>
            <a:r>
              <a:rPr lang="en" sz="1600"/>
              <a:t>UltraFeedback (human preferences), AlpacaFarm.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600"/>
              <a:t>Models: </a:t>
            </a:r>
            <a:r>
              <a:rPr lang="en" sz="1600"/>
              <a:t>Pythia (1B/2.8B), Llama-3.2B.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600"/>
              <a:t>Reward Models:</a:t>
            </a:r>
            <a:endParaRPr b="1"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Trained on 0%–100% on-policy data (inducing varying reward variance)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Normalized for fair comparison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600"/>
              <a:t>Policy Optimization: </a:t>
            </a:r>
            <a:r>
              <a:rPr lang="en" sz="1600"/>
              <a:t>RLOO (simpler alternative to PPO)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7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" name="Google Shape;2208;p9"/>
          <p:cNvSpPr txBox="1"/>
          <p:nvPr>
            <p:ph type="title"/>
          </p:nvPr>
        </p:nvSpPr>
        <p:spPr>
          <a:xfrm>
            <a:off x="999405" y="338325"/>
            <a:ext cx="5621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2209" name="Google Shape;220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700" y="1046225"/>
            <a:ext cx="7254693" cy="392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3" name="Shape 2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4" name="Google Shape;2214;p10"/>
          <p:cNvSpPr txBox="1"/>
          <p:nvPr>
            <p:ph type="title"/>
          </p:nvPr>
        </p:nvSpPr>
        <p:spPr>
          <a:xfrm>
            <a:off x="999405" y="338325"/>
            <a:ext cx="5621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Policy-Specific Reward Models</a:t>
            </a:r>
            <a:endParaRPr/>
          </a:p>
        </p:txBody>
      </p:sp>
      <p:pic>
        <p:nvPicPr>
          <p:cNvPr id="2215" name="Google Shape;2215;p10"/>
          <p:cNvPicPr preferRelativeResize="0"/>
          <p:nvPr/>
        </p:nvPicPr>
        <p:blipFill rotWithShape="1">
          <a:blip r:embed="rId3">
            <a:alphaModFix/>
          </a:blip>
          <a:srcRect b="0" l="0" r="4176" t="0"/>
          <a:stretch/>
        </p:blipFill>
        <p:spPr>
          <a:xfrm>
            <a:off x="674075" y="1427225"/>
            <a:ext cx="8469924" cy="251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9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0" name="Google Shape;2220;p11"/>
          <p:cNvSpPr txBox="1"/>
          <p:nvPr>
            <p:ph type="title"/>
          </p:nvPr>
        </p:nvSpPr>
        <p:spPr>
          <a:xfrm>
            <a:off x="999405" y="338325"/>
            <a:ext cx="5621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Implications for Reward Model Design</a:t>
            </a:r>
            <a:endParaRPr/>
          </a:p>
        </p:txBody>
      </p:sp>
      <p:sp>
        <p:nvSpPr>
          <p:cNvPr id="2221" name="Google Shape;2221;p11"/>
          <p:cNvSpPr txBox="1"/>
          <p:nvPr>
            <p:ph idx="1" type="body"/>
          </p:nvPr>
        </p:nvSpPr>
        <p:spPr>
          <a:xfrm>
            <a:off x="719250" y="1025775"/>
            <a:ext cx="7705500" cy="30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600"/>
              <a:t>Beyond Accuracy:</a:t>
            </a:r>
            <a:r>
              <a:rPr lang="en" sz="1600"/>
              <a:t> Optimize for variance during training (e.g., margin-based losses)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600"/>
              <a:t>Policy-Aware Evaluation: </a:t>
            </a:r>
            <a:r>
              <a:rPr lang="en" sz="1600"/>
              <a:t>Test reward models on the target policy’s outputs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600"/>
              <a:t>Avoid Over-Regularization: </a:t>
            </a:r>
            <a:r>
              <a:rPr lang="en" sz="1600"/>
              <a:t>Balance KL penalties to allow exploration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5" name="Shape 2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6" name="Google Shape;2226;p12"/>
          <p:cNvSpPr txBox="1"/>
          <p:nvPr>
            <p:ph type="title"/>
          </p:nvPr>
        </p:nvSpPr>
        <p:spPr>
          <a:xfrm>
            <a:off x="999405" y="338325"/>
            <a:ext cx="5621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Limitations &amp; Future Work</a:t>
            </a:r>
            <a:endParaRPr/>
          </a:p>
        </p:txBody>
      </p:sp>
      <p:sp>
        <p:nvSpPr>
          <p:cNvPr id="2227" name="Google Shape;2227;p12"/>
          <p:cNvSpPr txBox="1"/>
          <p:nvPr>
            <p:ph idx="1" type="body"/>
          </p:nvPr>
        </p:nvSpPr>
        <p:spPr>
          <a:xfrm>
            <a:off x="719250" y="1025775"/>
            <a:ext cx="7705500" cy="30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600"/>
              <a:t>Open Questions:</a:t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How to design reward models that naturally induce high variance?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Role of variance in alternative methods (e.g., Best-of-N, contrastive learning)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600"/>
              <a:t>Broader Impact: </a:t>
            </a:r>
            <a:r>
              <a:rPr lang="en" sz="1600"/>
              <a:t>Rethinking benchmarks to include variance and policy compatibility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1" name="Shape 2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" name="Google Shape;2232;p13"/>
          <p:cNvSpPr txBox="1"/>
          <p:nvPr>
            <p:ph type="title"/>
          </p:nvPr>
        </p:nvSpPr>
        <p:spPr>
          <a:xfrm>
            <a:off x="999405" y="338325"/>
            <a:ext cx="5621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233" name="Google Shape;2233;p13"/>
          <p:cNvSpPr txBox="1"/>
          <p:nvPr>
            <p:ph idx="1" type="body"/>
          </p:nvPr>
        </p:nvSpPr>
        <p:spPr>
          <a:xfrm>
            <a:off x="719250" y="1025775"/>
            <a:ext cx="7705500" cy="30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600"/>
              <a:t>Key Message:</a:t>
            </a:r>
            <a:endParaRPr b="1"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Accuracy + Variance &gt; Accuracy Alone</a:t>
            </a:r>
            <a:endParaRPr b="1"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 reward model must be both correct and informative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600"/>
              <a:t>Call to Action: </a:t>
            </a:r>
            <a:r>
              <a:rPr lang="en" sz="1600"/>
              <a:t>Move beyond accuracy-centric evaluation in RLHF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