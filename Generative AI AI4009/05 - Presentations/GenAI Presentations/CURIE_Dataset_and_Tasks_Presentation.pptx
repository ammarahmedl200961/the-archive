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CURIE Dataset and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 and structure of the benchmark’s dataset and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CURIE Dataset Design</a:t>
            </a:r>
          </a:p>
          <a:p>
            <a:pPr/>
            <a:r>
              <a:t>Overview of Tasks</a:t>
            </a:r>
          </a:p>
          <a:p>
            <a:pPr/>
            <a:r>
              <a:t>Extraction Tasks</a:t>
            </a:r>
          </a:p>
          <a:p>
            <a:pPr/>
            <a:r>
              <a:t>Derivation &amp; Code Tasks</a:t>
            </a:r>
          </a:p>
          <a:p>
            <a:pPr/>
            <a:r>
              <a:t>Multimodal Task</a:t>
            </a:r>
          </a:p>
          <a:p>
            <a:pPr/>
            <a:r>
              <a:t>Relevance to Long-Context Evaluation</a:t>
            </a:r>
          </a:p>
          <a:p>
            <a:pPr/>
            <a: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429 full-length scientific articles (permissive licenses)</a:t>
            </a:r>
          </a:p>
          <a:p>
            <a:pPr/>
            <a:r>
              <a:t>Six disciplines: materials, physics, quantum, geospatial, biodiversity, proteins</a:t>
            </a:r>
          </a:p>
          <a:p>
            <a:pPr/>
            <a:r>
              <a:t>Expert-annotated ground truths and three difficulty levels</a:t>
            </a:r>
          </a:p>
          <a:p>
            <a:pPr/>
            <a:r>
              <a:t>Focus on long-context understanding and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10 tasks across extraction, derivation, code, multimodal</a:t>
            </a:r>
          </a:p>
          <a:p>
            <a:pPr/>
            <a:r>
              <a:t>Process documents ≳32K tokens (full papers)</a:t>
            </a:r>
          </a:p>
          <a:p>
            <a:pPr/>
            <a:r>
              <a:t>Evaluation: ROUGE-L, BERTScore, LLMSim, IDr, IoU, LMScore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DFT-S: Input structures for DFT calculations</a:t>
            </a:r>
          </a:p>
          <a:p>
            <a:pPr/>
            <a:r>
              <a:t>DFT-P: DFT calculation parameters</a:t>
            </a:r>
          </a:p>
          <a:p>
            <a:pPr/>
            <a:r>
              <a:t>MPV: Material-property values</a:t>
            </a:r>
          </a:p>
          <a:p>
            <a:pPr/>
            <a:r>
              <a:t>HFE: Mean-field Hamiltonian equations</a:t>
            </a:r>
          </a:p>
          <a:p>
            <a:pPr/>
            <a:r>
              <a:t>GEO: Geospatial dataset descriptions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Derivation &amp; Code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DFT-C: Code snippets for DFT workflows</a:t>
            </a:r>
          </a:p>
          <a:p>
            <a:pPr/>
            <a:r>
              <a:t>HFD: Hartree-Fock energy derivations</a:t>
            </a:r>
          </a:p>
          <a:p>
            <a:pPr/>
            <a:r>
              <a:t>QECC: YAML configs for error-correction codes</a:t>
            </a:r>
          </a:p>
          <a:p>
            <a:pPr/>
            <a:r>
              <a:t>PDB: Protein sequence from coordinates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BIOGR: Extract bounding boxes from geospatial map images</a:t>
            </a:r>
          </a:p>
          <a:p>
            <a:pPr/>
            <a:r>
              <a:t>Inputs: image + caption, evaluated by IoU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to Long-Context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Aggregating dispersed information across full papers</a:t>
            </a:r>
          </a:p>
          <a:p>
            <a:pPr/>
            <a:r>
              <a:t>Assess multi-step reasoning and domain expertise</a:t>
            </a:r>
          </a:p>
          <a:p>
            <a:pPr/>
            <a:r>
              <a:t>Benchmark real-world scientific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CURIE fills a gap in scientific long-context benchmarks</a:t>
            </a:r>
          </a:p>
          <a:p>
            <a:pPr/>
            <a:r>
              <a:t>Diverse tasks test extraction, reasoning, and multimodality</a:t>
            </a:r>
          </a:p>
          <a:p>
            <a:pPr/>
            <a:r>
              <a:t>Highlights current LLM limitations and future directions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