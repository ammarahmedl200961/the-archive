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Chain-of-Thought: The Future of LLM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Survey of Long CoT in Large Language Models Presented by: [Your Name]</a:t>
            </a:r>
          </a:p>
          <a:p>
            <a:r>
              <a:t>Event/Course: [Course or Event Name] 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 advanced AI models need to think *longer*? - CoT = step-by-step thinking</a:t>
            </a:r>
          </a:p>
          <a:p>
            <a:r>
              <a:t>- Long CoT = extended logic - Helps in complex tasks like math or 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perform well, but stumble on multistep tasks. - CoT prompting improves this</a:t>
            </a:r>
          </a:p>
          <a:p>
            <a:r>
              <a:t>- Long CoT = deeper structured reasoning - Mirrors human cognitive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Short vs Long Chain-of-Thought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CoT: Few steps, shallow reasoning Long CoT: Many steps, deep logic, more</a:t>
            </a:r>
          </a:p>
          <a:p>
            <a:r>
              <a:t>exploration and reflection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Survey Contributes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Defines Long CoT 2. Introduces taxonomy 3. Key traits: Deep reasoning,</a:t>
            </a:r>
          </a:p>
          <a:p>
            <a:r>
              <a:t>Exploration, Reflection 4. Analyzes overthinking and inference scaling 5.</a:t>
            </a:r>
          </a:p>
          <a:p>
            <a:r>
              <a:t>Research gaps and future paths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Characteristics of Long CoT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Reasoning: supports structured problem-solving Exploration: internal</a:t>
            </a:r>
          </a:p>
          <a:p>
            <a:r>
              <a:t>(thoughts) + external (sources) Reflection: validate and revise thinking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 by Long CoT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Overthinking: too many steps confuse logic Test-Time Scaling: behavior changes</a:t>
            </a:r>
          </a:p>
          <a:p>
            <a:r>
              <a:t>with compute Unpredictable Emergence: hard to control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Phenomena in the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Aha Moments Reasoning Boundaries Inference-Time Computation Prompt Design</a:t>
            </a:r>
          </a:p>
          <a:p>
            <a:r>
              <a:t>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Multimodal CoT Efficient CoT Agentic Reasoning Knowledge-Augmentation Safety &amp;</a:t>
            </a:r>
          </a:p>
          <a:p>
            <a:r>
              <a:t>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 CoT = deeper reasoning + Benefits: abstract problem-solving - Challenges:</a:t>
            </a:r>
          </a:p>
          <a:p>
            <a:r>
              <a:t>overthinking, scaling Future: more human-like AI reasoning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Discussion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 Let’s discuss ideas, questions, and potential.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arXiv: 2503.09567 GitHub: Awesome-Long-Chain-of-Thought Models: OpenAI-O1,</a:t>
            </a:r>
          </a:p>
          <a:p>
            <a:r>
              <a:t>DeepSeek-R1 Topics: Scaling laws, overthinking, emergence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