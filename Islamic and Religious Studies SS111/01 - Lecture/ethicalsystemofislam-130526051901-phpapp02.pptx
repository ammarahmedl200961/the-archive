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75" r:id="rId2"/>
    <p:sldMasterId id="2147483676" r:id="rId3"/>
  </p:sldMasterIdLst>
  <p:notesMasterIdLst>
    <p:notesMasterId r:id="rId25"/>
  </p:notesMasterIdLst>
  <p:sldIdLst>
    <p:sldId id="256" r:id="rId4"/>
    <p:sldId id="280" r:id="rId5"/>
    <p:sldId id="270" r:id="rId6"/>
    <p:sldId id="283" r:id="rId7"/>
    <p:sldId id="271" r:id="rId8"/>
    <p:sldId id="278" r:id="rId9"/>
    <p:sldId id="286" r:id="rId10"/>
    <p:sldId id="268" r:id="rId11"/>
    <p:sldId id="265" r:id="rId12"/>
    <p:sldId id="266" r:id="rId13"/>
    <p:sldId id="267" r:id="rId14"/>
    <p:sldId id="269" r:id="rId15"/>
    <p:sldId id="284" r:id="rId16"/>
    <p:sldId id="285" r:id="rId17"/>
    <p:sldId id="279" r:id="rId18"/>
    <p:sldId id="287" r:id="rId19"/>
    <p:sldId id="281" r:id="rId20"/>
    <p:sldId id="282" r:id="rId21"/>
    <p:sldId id="276" r:id="rId22"/>
    <p:sldId id="277" r:id="rId23"/>
    <p:sldId id="272" r:id="rId2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990099"/>
    <a:srgbClr val="FF9966"/>
    <a:srgbClr val="DDDDDD"/>
    <a:srgbClr val="CCFFFF"/>
    <a:srgbClr val="FF99FF"/>
    <a:srgbClr val="CCFF99"/>
    <a:srgbClr val="00FFC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74" d="100"/>
          <a:sy n="74" d="100"/>
        </p:scale>
        <p:origin x="-738"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endParaRPr lang="en-US"/>
          </a:p>
        </p:txBody>
      </p:sp>
      <p:sp>
        <p:nvSpPr>
          <p:cNvPr id="174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endParaRPr lang="en-US"/>
          </a:p>
        </p:txBody>
      </p:sp>
      <p:sp>
        <p:nvSpPr>
          <p:cNvPr id="1741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74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74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endParaRPr lang="en-US"/>
          </a:p>
        </p:txBody>
      </p:sp>
      <p:sp>
        <p:nvSpPr>
          <p:cNvPr id="174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fld id="{25803516-60F4-45B9-994E-BEE13BEBFA5D}"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6322" name="Rectangle 2"/>
          <p:cNvSpPr>
            <a:spLocks noGrp="1" noChangeArrowheads="1"/>
          </p:cNvSpPr>
          <p:nvPr>
            <p:ph type="ctrTitle" sz="quarter"/>
          </p:nvPr>
        </p:nvSpPr>
        <p:spPr>
          <a:xfrm>
            <a:off x="685800" y="1676400"/>
            <a:ext cx="7772400" cy="1828800"/>
          </a:xfrm>
        </p:spPr>
        <p:txBody>
          <a:bodyPr/>
          <a:lstStyle>
            <a:lvl1pPr>
              <a:defRPr/>
            </a:lvl1pPr>
          </a:lstStyle>
          <a:p>
            <a:r>
              <a:rPr lang="en-US"/>
              <a:t>Click to edit Master title style</a:t>
            </a:r>
          </a:p>
        </p:txBody>
      </p:sp>
      <p:sp>
        <p:nvSpPr>
          <p:cNvPr id="56323" name="Rectangle 3"/>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56324" name="Rectangle 4"/>
          <p:cNvSpPr>
            <a:spLocks noGrp="1" noChangeArrowheads="1"/>
          </p:cNvSpPr>
          <p:nvPr>
            <p:ph type="dt" sz="quarter" idx="2"/>
          </p:nvPr>
        </p:nvSpPr>
        <p:spPr/>
        <p:txBody>
          <a:bodyPr/>
          <a:lstStyle>
            <a:lvl1pPr>
              <a:defRPr/>
            </a:lvl1pPr>
          </a:lstStyle>
          <a:p>
            <a:fld id="{04FF204C-7A62-4BA3-AEED-9D7857483593}" type="datetime6">
              <a:rPr lang="en-US"/>
              <a:pPr/>
              <a:t>April 13</a:t>
            </a:fld>
            <a:endParaRPr lang="en-US"/>
          </a:p>
        </p:txBody>
      </p:sp>
      <p:sp>
        <p:nvSpPr>
          <p:cNvPr id="56325" name="Rectangle 5"/>
          <p:cNvSpPr>
            <a:spLocks noGrp="1" noChangeArrowheads="1"/>
          </p:cNvSpPr>
          <p:nvPr>
            <p:ph type="ftr" sz="quarter" idx="3"/>
          </p:nvPr>
        </p:nvSpPr>
        <p:spPr/>
        <p:txBody>
          <a:bodyPr/>
          <a:lstStyle>
            <a:lvl1pPr>
              <a:defRPr/>
            </a:lvl1pPr>
          </a:lstStyle>
          <a:p>
            <a:endParaRPr lang="en-US"/>
          </a:p>
        </p:txBody>
      </p:sp>
      <p:sp>
        <p:nvSpPr>
          <p:cNvPr id="56326" name="Rectangle 6"/>
          <p:cNvSpPr>
            <a:spLocks noGrp="1" noChangeArrowheads="1"/>
          </p:cNvSpPr>
          <p:nvPr>
            <p:ph type="sldNum" sz="quarter" idx="4"/>
          </p:nvPr>
        </p:nvSpPr>
        <p:spPr/>
        <p:txBody>
          <a:bodyPr/>
          <a:lstStyle>
            <a:lvl1pPr>
              <a:defRPr/>
            </a:lvl1pPr>
          </a:lstStyle>
          <a:p>
            <a:fld id="{B6FD1E2E-B95E-4B47-8212-B625515F9F25}"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ACE5CB60-943F-4052-8897-960A9598975F}"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63513C8-5B7E-4E4C-A43B-B34C8BA2328A}"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359A8C8B-6755-474F-8F43-226712748510}"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5BDD62-3E54-4D09-9108-2EC168E8E93F}"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D29233B6-9855-4071-9651-D4C3F97F3AF1}" type="datetime6">
              <a:rPr lang="en-US"/>
              <a:pPr/>
              <a:t>April 13</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A449DA20-F7B8-4DED-96E5-83216412CA4C}"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CA63862E-505B-4C24-90D4-A9C13DD8729E}" type="datetime6">
              <a:rPr lang="en-US"/>
              <a:pPr/>
              <a:t>April 13</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1C5C2173-AC51-4A8C-8CD2-D30D69217F99}"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0E4D60DE-D58B-429A-9DBE-475DE14B5B43}" type="datetime6">
              <a:rPr lang="en-US"/>
              <a:pPr/>
              <a:t>April 13</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999F8228-FABE-41F6-AD72-89D02A01B2C3}"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D5DC5D56-D65C-4C50-90D2-D881093042C8}" type="datetime6">
              <a:rPr lang="en-US"/>
              <a:pPr/>
              <a:t>April 13</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C6B416BD-EBF8-499B-9154-E59A91824737}"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B18D4A23-D878-4FEC-B414-D4F2DB355798}" type="datetime6">
              <a:rPr lang="en-US"/>
              <a:pPr/>
              <a:t>April 13</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F4B53926-609A-4413-8DE9-E7F7AA3E99B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B9D89204-6166-47D6-A77B-278341AD43B0}" type="datetime6">
              <a:rPr lang="en-US"/>
              <a:pPr/>
              <a:t>April 13</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BED34CC-75EA-40A0-9746-528ECF93410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3D095D06-E462-4F04-992A-65D57801A3B6}"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DA36E6B-5879-44D3-AE47-00E1C2AAFA30}"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715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01980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5E976F02-7712-4D6B-BC5B-7B6E4FCB94DF}"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FA713A2-C1D8-49B7-9832-5112347DBDEF}"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1F5AA373-8651-494E-97F1-3FED82C7DC0B}"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C20BB72-B07C-4589-A83E-2D7C46A76070}"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A1B0F58E-0AAE-4C98-8445-EEB20E8A3830}"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33040DF-A4DD-4A38-A714-9412366F016A}"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190CDE99-BCF6-4EC7-B6CC-C0622770AAEC}"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3397BF0-D9DF-4EFB-B3B4-997C0C993F9D}"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2D34EC4D-0EB9-4280-9E79-6880DEE75006}" type="datetime6">
              <a:rPr lang="en-US"/>
              <a:pPr/>
              <a:t>April 13</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6B006D6-B83C-44DD-A049-4479203CDA09}"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28EA08DD-2E4A-439B-B079-1C16166D6DA9}" type="datetime6">
              <a:rPr lang="en-US"/>
              <a:pPr/>
              <a:t>April 13</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95A98040-32E8-49A7-83DA-66DF7778EDE6}"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0D845725-2711-4D1D-9454-BE4DBC19700E}" type="datetime6">
              <a:rPr lang="en-US"/>
              <a:pPr/>
              <a:t>April 13</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CEFD66BE-1D9A-432D-8936-85A14EF37CD0}"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2086E0B6-B630-4B9F-93B7-1F980E712DC6}" type="datetime6">
              <a:rPr lang="en-US"/>
              <a:pPr/>
              <a:t>April 13</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CBB6F21E-62CE-4D90-A53F-E0481033BF77}"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5A955C96-A115-4210-A1D5-ABD48230700D}" type="datetime6">
              <a:rPr lang="en-US"/>
              <a:pPr/>
              <a:t>April 13</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1220296-17E1-40DA-92E3-02B13ABD87BB}"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C71200B9-E98A-4A4F-B404-0B74F87628CB}" type="datetime6">
              <a:rPr lang="en-US"/>
              <a:pPr/>
              <a:t>April 13</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D5CD1F5-3C30-4DCE-B8E7-3A00EE3CB9E9}"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8F089872-4568-4B6A-910F-86A1788BA2AA}"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5467B2B-952E-41F9-883F-7048160973A0}"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5DBEDD9E-FA06-4740-BA5A-43D17227BC7B}"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435E9D9-15A0-4DFC-8DD7-141CA53BDC0E}"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fld id="{356BAAB3-7571-4E69-A933-0A660DF1B693}"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3C84778-0E5D-48D0-8B5A-AAFE2C102D95}" type="slidenum">
              <a:rPr lang="en-US"/>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2396A663-FDF4-4916-81E4-7F7B3139C2E9}"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6F309D4-196E-4291-86D9-A6583F778E03}" type="slidenum">
              <a:rPr lang="en-US"/>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A65B776F-9C83-458D-B706-B374C283A5E2}"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3023414-F7D5-4EBB-A9B1-5CCDEA542F7A}" type="slidenum">
              <a:rPr lang="en-US"/>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fld id="{5E49DFAB-BCB5-4C6A-BCF6-3E44991D24A5}" type="datetime6">
              <a:rPr lang="en-US"/>
              <a:pPr/>
              <a:t>April 13</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6F50EE1C-54A1-49F9-8846-5D08A8A98C70}" type="slidenum">
              <a:rPr lang="en-US"/>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fld id="{2A141A78-CCF4-4A4A-A056-889F521A2ADA}" type="datetime6">
              <a:rPr lang="en-US"/>
              <a:pPr/>
              <a:t>April 13</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1C9662FD-B957-4EBA-A392-24DFC59653F4}" type="slidenum">
              <a:rPr lang="en-US"/>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fld id="{D2C08FDD-EC2B-4E6E-8FC7-5CF6A66D86C4}" type="datetime6">
              <a:rPr lang="en-US"/>
              <a:pPr/>
              <a:t>April 13</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ADF8BE2E-8975-4327-A074-3192C2526769}" type="slidenum">
              <a:rPr lang="en-US"/>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E803C6AD-CFB2-4A09-A8A2-D0D7F6B3C1D7}" type="datetime6">
              <a:rPr lang="en-US"/>
              <a:pPr/>
              <a:t>April 13</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27F2FC6D-AB3E-408F-9B65-AED2E21F97C7}" type="slidenum">
              <a:rPr lang="en-US"/>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3197A64B-55EE-456B-8E12-72238C861955}" type="datetime6">
              <a:rPr lang="en-US"/>
              <a:pPr/>
              <a:t>April 13</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A08EB033-238E-474E-A61C-FB7647015071}" type="slidenum">
              <a:rPr lang="en-US"/>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B447174E-A949-4646-83FA-42621B2CE2C6}" type="datetime6">
              <a:rPr lang="en-US"/>
              <a:pPr/>
              <a:t>April 13</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6C3AC73-0001-4D7F-AD6C-2C7D8004ABFC}" type="slidenum">
              <a:rPr lang="en-US"/>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A23F993D-F2E2-4E6C-A566-2229F5BF3C45}"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1683A9E-2F06-43A8-B94A-4AF450B5B13B}" type="slidenum">
              <a:rPr lang="en-US"/>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fld id="{72BC8F0A-9F38-4BC8-B9A9-6F318B75CBCC}" type="datetime6">
              <a:rPr lang="en-US"/>
              <a:pPr/>
              <a:t>April 13</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BF3D89C-7130-4931-B656-74B7852F0EB6}"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bwMode="auto">
          <a:xfrm>
            <a:off x="457200" y="381000"/>
            <a:ext cx="8229600" cy="1371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5299" name="Rectangle 3"/>
          <p:cNvSpPr>
            <a:spLocks noGrp="1" noChangeArrowheads="1"/>
          </p:cNvSpPr>
          <p:nvPr>
            <p:ph type="body" idx="1"/>
          </p:nvPr>
        </p:nvSpPr>
        <p:spPr bwMode="auto">
          <a:xfrm>
            <a:off x="457200" y="1981200"/>
            <a:ext cx="82296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530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latin typeface="Arial" charset="0"/>
              </a:defRPr>
            </a:lvl1pPr>
          </a:lstStyle>
          <a:p>
            <a:fld id="{ECAA2611-938E-47B3-AFC2-42DDC3FE3007}" type="datetime6">
              <a:rPr lang="en-US"/>
              <a:pPr/>
              <a:t>April 13</a:t>
            </a:fld>
            <a:endParaRPr lang="en-US"/>
          </a:p>
        </p:txBody>
      </p:sp>
      <p:sp>
        <p:nvSpPr>
          <p:cNvPr id="5530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defRPr>
            </a:lvl1pPr>
          </a:lstStyle>
          <a:p>
            <a:endParaRPr lang="en-US"/>
          </a:p>
        </p:txBody>
      </p:sp>
      <p:sp>
        <p:nvSpPr>
          <p:cNvPr id="5530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latin typeface="Arial" charset="0"/>
              </a:defRPr>
            </a:lvl1pPr>
          </a:lstStyle>
          <a:p>
            <a:fld id="{CCAF8D9B-AFD7-4E03-8D45-2733F7EA28EB}" type="slidenum">
              <a:rPr lang="en-US"/>
              <a:pPr/>
              <a:t>‹#›</a:t>
            </a:fld>
            <a:endParaRPr lang="en-US"/>
          </a:p>
        </p:txBody>
      </p:sp>
    </p:spTree>
  </p:cSld>
  <p:clrMap bg1="dk2" tx1="lt1" bg2="dk1" tx2="lt2" accent1="accent1" accent2="accent2" accent3="accent3" accent4="accent4" accent5="accent5" accent6="accent6" hlink="hlink" folHlink="folHlink"/>
  <p:sldLayoutIdLst>
    <p:sldLayoutId id="2147483674"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p:txStyles>
    <p:titleStyle>
      <a:lvl1pPr algn="ctr" rtl="0" fontAlgn="base">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9pPr>
    </p:titleStyle>
    <p:bodyStyle>
      <a:lvl1pPr marL="342900" indent="-342900" algn="l" rtl="0" fontAlgn="base">
        <a:spcBef>
          <a:spcPct val="20000"/>
        </a:spcBef>
        <a:spcAft>
          <a:spcPct val="0"/>
        </a:spcAft>
        <a:buClr>
          <a:schemeClr val="hlink"/>
        </a:buClr>
        <a:buSzPct val="65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folHlink"/>
        </a:buClr>
        <a:buSzPct val="65000"/>
        <a:buFont typeface="Wingdings" pitchFamily="2" charset="2"/>
        <a:buChar char="n"/>
        <a:defRPr sz="28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hlink"/>
        </a:buClr>
        <a:buSzPct val="65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lr>
          <a:schemeClr val="fo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tint val="93725"/>
                <a:invGamma/>
              </a:schemeClr>
            </a:gs>
          </a:gsLst>
          <a:lin ang="0" scaled="1"/>
        </a:gra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837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83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fld id="{BE42DE26-0A54-43B2-BD9C-E168170C2048}" type="datetime6">
              <a:rPr lang="en-US"/>
              <a:pPr/>
              <a:t>April 13</a:t>
            </a:fld>
            <a:endParaRPr lang="en-US"/>
          </a:p>
        </p:txBody>
      </p:sp>
      <p:sp>
        <p:nvSpPr>
          <p:cNvPr id="583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endParaRPr lang="en-US"/>
          </a:p>
        </p:txBody>
      </p:sp>
      <p:sp>
        <p:nvSpPr>
          <p:cNvPr id="583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mn-lt"/>
              </a:defRPr>
            </a:lvl1pPr>
          </a:lstStyle>
          <a:p>
            <a:fld id="{3B3A4696-E7B1-4C4B-9FC0-D10FE841492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939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939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fld id="{831F45C4-7A49-4AE3-87D7-EB8CF7B0D26B}" type="datetime6">
              <a:rPr lang="en-US"/>
              <a:pPr/>
              <a:t>April 13</a:t>
            </a:fld>
            <a:endParaRPr lang="en-US"/>
          </a:p>
        </p:txBody>
      </p:sp>
      <p:sp>
        <p:nvSpPr>
          <p:cNvPr id="5939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endParaRPr lang="en-US"/>
          </a:p>
        </p:txBody>
      </p:sp>
      <p:sp>
        <p:nvSpPr>
          <p:cNvPr id="5939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mn-lt"/>
              </a:defRPr>
            </a:lvl1pPr>
          </a:lstStyle>
          <a:p>
            <a:fld id="{D6F0309F-1CB0-49EC-A388-3C1B4C2A51A9}"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ftr="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9.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8.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jpeg"/><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1"/>
          <p:cNvSpPr>
            <a:spLocks noGrp="1"/>
          </p:cNvSpPr>
          <p:nvPr>
            <p:ph type="dt" sz="half" idx="10"/>
          </p:nvPr>
        </p:nvSpPr>
        <p:spPr/>
        <p:txBody>
          <a:bodyPr/>
          <a:lstStyle/>
          <a:p>
            <a:fld id="{1B059E20-25DB-4DD9-9C0A-79159A9FF8F9}" type="datetime6">
              <a:rPr lang="en-US"/>
              <a:pPr/>
              <a:t>April 13</a:t>
            </a:fld>
            <a:endParaRPr lang="en-US"/>
          </a:p>
        </p:txBody>
      </p:sp>
      <p:sp>
        <p:nvSpPr>
          <p:cNvPr id="5" name="Slide Number Placeholder 3"/>
          <p:cNvSpPr>
            <a:spLocks noGrp="1"/>
          </p:cNvSpPr>
          <p:nvPr>
            <p:ph type="sldNum" sz="quarter" idx="12"/>
          </p:nvPr>
        </p:nvSpPr>
        <p:spPr/>
        <p:txBody>
          <a:bodyPr/>
          <a:lstStyle/>
          <a:p>
            <a:fld id="{9DD588DB-87A0-4D45-A751-E98152E1EB92}" type="slidenum">
              <a:rPr lang="en-US"/>
              <a:pPr/>
              <a:t>1</a:t>
            </a:fld>
            <a:endParaRPr lang="en-US"/>
          </a:p>
        </p:txBody>
      </p:sp>
      <p:sp>
        <p:nvSpPr>
          <p:cNvPr id="2072" name="Text Box 24"/>
          <p:cNvSpPr txBox="1">
            <a:spLocks noChangeArrowheads="1"/>
          </p:cNvSpPr>
          <p:nvPr/>
        </p:nvSpPr>
        <p:spPr bwMode="auto">
          <a:xfrm>
            <a:off x="1828800" y="2590800"/>
            <a:ext cx="5511800" cy="1200150"/>
          </a:xfrm>
          <a:prstGeom prst="rect">
            <a:avLst/>
          </a:prstGeom>
          <a:noFill/>
          <a:ln w="9525">
            <a:solidFill>
              <a:schemeClr val="accent2"/>
            </a:solidFill>
            <a:miter lim="800000"/>
            <a:headEnd/>
            <a:tailEnd/>
          </a:ln>
          <a:effectLst/>
        </p:spPr>
        <p:txBody>
          <a:bodyPr wrap="none">
            <a:spAutoFit/>
          </a:bodyPr>
          <a:lstStyle/>
          <a:p>
            <a:pPr eaLnBrk="1" hangingPunct="1"/>
            <a:r>
              <a:rPr lang="en-US" sz="3600" b="1">
                <a:latin typeface="Georgia" pitchFamily="18" charset="0"/>
              </a:rPr>
              <a:t>ETHICAL SYSTEM OF </a:t>
            </a:r>
          </a:p>
          <a:p>
            <a:pPr eaLnBrk="1" hangingPunct="1"/>
            <a:r>
              <a:rPr lang="en-US" sz="3600" b="1">
                <a:latin typeface="Georgia" pitchFamily="18" charset="0"/>
              </a:rPr>
              <a:t>              ISLAM</a:t>
            </a:r>
          </a:p>
        </p:txBody>
      </p:sp>
      <p:sp>
        <p:nvSpPr>
          <p:cNvPr id="2073" name="Text Box 25"/>
          <p:cNvSpPr txBox="1">
            <a:spLocks noChangeArrowheads="1"/>
          </p:cNvSpPr>
          <p:nvPr/>
        </p:nvSpPr>
        <p:spPr bwMode="auto">
          <a:xfrm>
            <a:off x="685800" y="5486400"/>
            <a:ext cx="9375775" cy="701675"/>
          </a:xfrm>
          <a:prstGeom prst="rect">
            <a:avLst/>
          </a:prstGeom>
          <a:noFill/>
          <a:ln w="9525">
            <a:noFill/>
            <a:miter lim="800000"/>
            <a:headEnd/>
            <a:tailEnd/>
          </a:ln>
          <a:effectLst/>
        </p:spPr>
        <p:txBody>
          <a:bodyPr>
            <a:spAutoFit/>
          </a:bodyPr>
          <a:lstStyle/>
          <a:p>
            <a:pPr eaLnBrk="1" hangingPunct="1"/>
            <a:r>
              <a:rPr lang="en-US">
                <a:latin typeface="Arial" charset="0"/>
              </a:rPr>
              <a:t>                   </a:t>
            </a:r>
            <a:r>
              <a:rPr lang="en-US" sz="2000" b="1">
                <a:solidFill>
                  <a:srgbClr val="DDDDDD"/>
                </a:solidFill>
                <a:latin typeface="Georgia" pitchFamily="18" charset="0"/>
              </a:rPr>
              <a:t>DEPARTMENT OF SOCIAL SCIENCES</a:t>
            </a:r>
          </a:p>
          <a:p>
            <a:pPr eaLnBrk="1" hangingPunct="1"/>
            <a:r>
              <a:rPr lang="en-US" sz="2000" b="1">
                <a:solidFill>
                  <a:srgbClr val="DDDDDD"/>
                </a:solidFill>
                <a:latin typeface="Georgia" pitchFamily="18" charset="0"/>
              </a:rPr>
              <a:t> RIPHAH INTERNATIONAL UNIVERSITY ISLAMABAD</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p:cNvSpPr>
            <a:spLocks noGrp="1"/>
          </p:cNvSpPr>
          <p:nvPr>
            <p:ph type="dt" sz="half" idx="10"/>
          </p:nvPr>
        </p:nvSpPr>
        <p:spPr/>
        <p:txBody>
          <a:bodyPr/>
          <a:lstStyle/>
          <a:p>
            <a:fld id="{32A2CC6E-C1E2-4F65-87A5-A9814B68D0AA}" type="datetime6">
              <a:rPr lang="en-US"/>
              <a:pPr/>
              <a:t>April 13</a:t>
            </a:fld>
            <a:endParaRPr lang="en-US"/>
          </a:p>
        </p:txBody>
      </p:sp>
      <p:sp>
        <p:nvSpPr>
          <p:cNvPr id="4" name="Slide Number Placeholder 3"/>
          <p:cNvSpPr>
            <a:spLocks noGrp="1"/>
          </p:cNvSpPr>
          <p:nvPr>
            <p:ph type="sldNum" sz="quarter" idx="12"/>
          </p:nvPr>
        </p:nvSpPr>
        <p:spPr/>
        <p:txBody>
          <a:bodyPr/>
          <a:lstStyle/>
          <a:p>
            <a:fld id="{372C1732-26BE-4BB1-BE0C-9301896D5667}" type="slidenum">
              <a:rPr lang="en-US"/>
              <a:pPr/>
              <a:t>2</a:t>
            </a:fld>
            <a:endParaRPr lang="en-US"/>
          </a:p>
        </p:txBody>
      </p:sp>
      <p:pic>
        <p:nvPicPr>
          <p:cNvPr id="63492" name="Picture 4" descr="allah"/>
          <p:cNvPicPr>
            <a:picLocks noChangeAspect="1" noChangeArrowheads="1"/>
          </p:cNvPicPr>
          <p:nvPr/>
        </p:nvPicPr>
        <p:blipFill>
          <a:blip r:embed="rId2" cstate="print">
            <a:lum bright="100000"/>
          </a:blip>
          <a:srcRect/>
          <a:stretch>
            <a:fillRect/>
          </a:stretch>
        </p:blipFill>
        <p:spPr bwMode="auto">
          <a:xfrm>
            <a:off x="2362200" y="1295400"/>
            <a:ext cx="3648075" cy="38862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1"/>
          <p:cNvSpPr>
            <a:spLocks noGrp="1"/>
          </p:cNvSpPr>
          <p:nvPr>
            <p:ph type="dt" sz="half" idx="10"/>
          </p:nvPr>
        </p:nvSpPr>
        <p:spPr/>
        <p:txBody>
          <a:bodyPr/>
          <a:lstStyle/>
          <a:p>
            <a:fld id="{75340C9F-604A-478C-8290-8BE20D5D0B5E}" type="datetime6">
              <a:rPr lang="en-US"/>
              <a:pPr/>
              <a:t>April 13</a:t>
            </a:fld>
            <a:endParaRPr lang="en-US"/>
          </a:p>
        </p:txBody>
      </p:sp>
      <p:sp>
        <p:nvSpPr>
          <p:cNvPr id="5" name="Slide Number Placeholder 3"/>
          <p:cNvSpPr>
            <a:spLocks noGrp="1"/>
          </p:cNvSpPr>
          <p:nvPr>
            <p:ph type="sldNum" sz="quarter" idx="12"/>
          </p:nvPr>
        </p:nvSpPr>
        <p:spPr/>
        <p:txBody>
          <a:bodyPr/>
          <a:lstStyle/>
          <a:p>
            <a:fld id="{DE3B0151-8E54-4D8B-97CA-621B9EA29DC9}" type="slidenum">
              <a:rPr lang="en-US"/>
              <a:pPr/>
              <a:t>3</a:t>
            </a:fld>
            <a:endParaRPr lang="en-US"/>
          </a:p>
        </p:txBody>
      </p:sp>
      <p:sp>
        <p:nvSpPr>
          <p:cNvPr id="16388" name="WordArt 4"/>
          <p:cNvSpPr>
            <a:spLocks noChangeArrowheads="1" noChangeShapeType="1" noTextEdit="1"/>
          </p:cNvSpPr>
          <p:nvPr/>
        </p:nvSpPr>
        <p:spPr bwMode="auto">
          <a:xfrm>
            <a:off x="457200" y="457200"/>
            <a:ext cx="7680325" cy="993775"/>
          </a:xfrm>
          <a:prstGeom prst="rect">
            <a:avLst/>
          </a:prstGeom>
        </p:spPr>
        <p:txBody>
          <a:bodyPr wrap="none" fromWordArt="1">
            <a:prstTxWarp prst="textPlain">
              <a:avLst>
                <a:gd name="adj" fmla="val 50000"/>
              </a:avLst>
            </a:prstTxWarp>
            <a:scene3d>
              <a:camera prst="legacyObliqueTopRight"/>
              <a:lightRig rig="legacyFlat3" dir="b"/>
            </a:scene3d>
            <a:sp3d extrusionH="430200" prstMaterial="legacyMatte">
              <a:extrusionClr>
                <a:srgbClr val="00CC00"/>
              </a:extrusionClr>
            </a:sp3d>
          </a:bodyPr>
          <a:lstStyle/>
          <a:p>
            <a:pPr algn="ctr"/>
            <a:r>
              <a:rPr lang="en-US" sz="3600" kern="10">
                <a:ln w="9525">
                  <a:round/>
                  <a:headEnd/>
                  <a:tailEnd/>
                </a:ln>
                <a:solidFill>
                  <a:srgbClr val="FFFF00">
                    <a:alpha val="99001"/>
                  </a:srgbClr>
                </a:solidFill>
                <a:latin typeface="Arial Black"/>
              </a:rPr>
              <a:t>STATURE OF MORALITY</a:t>
            </a:r>
          </a:p>
        </p:txBody>
      </p:sp>
      <p:sp>
        <p:nvSpPr>
          <p:cNvPr id="16389" name="Rectangle 5"/>
          <p:cNvSpPr>
            <a:spLocks noChangeArrowheads="1"/>
          </p:cNvSpPr>
          <p:nvPr/>
        </p:nvSpPr>
        <p:spPr bwMode="auto">
          <a:xfrm>
            <a:off x="457200" y="1752600"/>
            <a:ext cx="7916863" cy="4525963"/>
          </a:xfrm>
          <a:prstGeom prst="rect">
            <a:avLst/>
          </a:prstGeom>
          <a:solidFill>
            <a:srgbClr val="008000">
              <a:alpha val="50000"/>
            </a:srgbClr>
          </a:solidFill>
          <a:ln w="9525">
            <a:noFill/>
            <a:miter lim="800000"/>
            <a:headEnd/>
            <a:tailEnd/>
          </a:ln>
          <a:effectLst/>
        </p:spPr>
        <p:txBody>
          <a:bodyPr/>
          <a:lstStyle/>
          <a:p>
            <a:pPr marL="342900" indent="-342900" algn="ctr" eaLnBrk="1" hangingPunct="1">
              <a:spcBef>
                <a:spcPct val="20000"/>
              </a:spcBef>
              <a:buClr>
                <a:schemeClr val="hlink"/>
              </a:buClr>
              <a:buSzPct val="65000"/>
              <a:buFont typeface="Wingdings" pitchFamily="2" charset="2"/>
              <a:buNone/>
            </a:pPr>
            <a:r>
              <a:rPr lang="en-US" sz="3500" b="1" i="1">
                <a:solidFill>
                  <a:schemeClr val="bg1"/>
                </a:solidFill>
                <a:effectLst>
                  <a:outerShdw blurRad="38100" dist="38100" dir="2700000" algn="tl">
                    <a:srgbClr val="000000"/>
                  </a:outerShdw>
                </a:effectLst>
              </a:rPr>
              <a:t>	"</a:t>
            </a:r>
            <a:r>
              <a:rPr lang="en-US" sz="3500" b="1" i="1">
                <a:effectLst>
                  <a:outerShdw blurRad="38100" dist="38100" dir="2700000" algn="tl">
                    <a:srgbClr val="000000"/>
                  </a:outerShdw>
                </a:effectLst>
              </a:rPr>
              <a:t>The most dearest and nearest to me amongst you are those who have good moral conduct and those who have bad moral conduct would be disliked and away from me  on the day of Judgment"</a:t>
            </a:r>
            <a:r>
              <a:rPr lang="en-US" sz="3500">
                <a:effectLst>
                  <a:outerShdw blurRad="38100" dist="38100" dir="2700000" algn="tl">
                    <a:srgbClr val="000000"/>
                  </a:outerShdw>
                </a:effectLst>
              </a:rPr>
              <a:t> (Bayhiqi)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6389">
                                            <p:bg/>
                                          </p:spTgt>
                                        </p:tgtEl>
                                        <p:attrNameLst>
                                          <p:attrName>style.visibility</p:attrName>
                                        </p:attrNameLst>
                                      </p:cBhvr>
                                      <p:to>
                                        <p:strVal val="visible"/>
                                      </p:to>
                                    </p:set>
                                    <p:anim calcmode="discrete" valueType="clr">
                                      <p:cBhvr override="childStyle">
                                        <p:cTn id="7" dur="80"/>
                                        <p:tgtEl>
                                          <p:spTgt spid="16389">
                                            <p:bg/>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6389">
                                            <p:bg/>
                                          </p:spTgt>
                                        </p:tgtEl>
                                        <p:attrNameLst>
                                          <p:attrName>fillcolor</p:attrName>
                                        </p:attrNameLst>
                                      </p:cBhvr>
                                      <p:tavLst>
                                        <p:tav tm="0">
                                          <p:val>
                                            <p:clrVal>
                                              <a:schemeClr val="accent2"/>
                                            </p:clrVal>
                                          </p:val>
                                        </p:tav>
                                        <p:tav tm="50000">
                                          <p:val>
                                            <p:clrVal>
                                              <a:schemeClr val="hlink"/>
                                            </p:clrVal>
                                          </p:val>
                                        </p:tav>
                                      </p:tavLst>
                                    </p:anim>
                                    <p:set>
                                      <p:cBhvr>
                                        <p:cTn id="9" dur="80"/>
                                        <p:tgtEl>
                                          <p:spTgt spid="16389">
                                            <p:bg/>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6389">
                                            <p:txEl>
                                              <p:pRg st="0" end="0"/>
                                            </p:txEl>
                                          </p:spTgt>
                                        </p:tgtEl>
                                        <p:attrNameLst>
                                          <p:attrName>style.visibility</p:attrName>
                                        </p:attrNameLst>
                                      </p:cBhvr>
                                      <p:to>
                                        <p:strVal val="visible"/>
                                      </p:to>
                                    </p:set>
                                    <p:anim calcmode="discrete" valueType="clr">
                                      <p:cBhvr override="childStyle">
                                        <p:cTn id="14" dur="80"/>
                                        <p:tgtEl>
                                          <p:spTgt spid="1638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6389">
                                            <p:txEl>
                                              <p:pRg st="0" end="0"/>
                                            </p:txEl>
                                          </p:spTgt>
                                        </p:tgtEl>
                                        <p:attrNameLst>
                                          <p:attrName>fillcolor</p:attrName>
                                        </p:attrNameLst>
                                      </p:cBhvr>
                                      <p:tavLst>
                                        <p:tav tm="0">
                                          <p:val>
                                            <p:clrVal>
                                              <a:schemeClr val="accent2"/>
                                            </p:clrVal>
                                          </p:val>
                                        </p:tav>
                                        <p:tav tm="50000">
                                          <p:val>
                                            <p:clrVal>
                                              <a:schemeClr val="hlink"/>
                                            </p:clrVal>
                                          </p:val>
                                        </p:tav>
                                      </p:tavLst>
                                    </p:anim>
                                    <p:set>
                                      <p:cBhvr>
                                        <p:cTn id="16" dur="80"/>
                                        <p:tgtEl>
                                          <p:spTgt spid="16389">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1"/>
          <p:cNvSpPr>
            <a:spLocks noGrp="1"/>
          </p:cNvSpPr>
          <p:nvPr>
            <p:ph type="dt" sz="half" idx="10"/>
          </p:nvPr>
        </p:nvSpPr>
        <p:spPr/>
        <p:txBody>
          <a:bodyPr/>
          <a:lstStyle/>
          <a:p>
            <a:fld id="{FE9C1673-B9F4-4EE0-A4BB-578C230E7DE2}" type="datetime6">
              <a:rPr lang="en-US"/>
              <a:pPr/>
              <a:t>April 13</a:t>
            </a:fld>
            <a:endParaRPr lang="en-US"/>
          </a:p>
        </p:txBody>
      </p:sp>
      <p:sp>
        <p:nvSpPr>
          <p:cNvPr id="5" name="Slide Number Placeholder 3"/>
          <p:cNvSpPr>
            <a:spLocks noGrp="1"/>
          </p:cNvSpPr>
          <p:nvPr>
            <p:ph type="sldNum" sz="quarter" idx="12"/>
          </p:nvPr>
        </p:nvSpPr>
        <p:spPr/>
        <p:txBody>
          <a:bodyPr/>
          <a:lstStyle/>
          <a:p>
            <a:fld id="{ACC6F684-76DD-4C16-8391-DBB1419214AE}" type="slidenum">
              <a:rPr lang="en-US"/>
              <a:pPr/>
              <a:t>4</a:t>
            </a:fld>
            <a:endParaRPr lang="en-US"/>
          </a:p>
        </p:txBody>
      </p:sp>
      <p:sp>
        <p:nvSpPr>
          <p:cNvPr id="66564" name="Text Box 4"/>
          <p:cNvSpPr txBox="1">
            <a:spLocks noChangeArrowheads="1"/>
          </p:cNvSpPr>
          <p:nvPr/>
        </p:nvSpPr>
        <p:spPr bwMode="auto">
          <a:xfrm>
            <a:off x="2057400" y="1447800"/>
            <a:ext cx="4289425" cy="579438"/>
          </a:xfrm>
          <a:prstGeom prst="rect">
            <a:avLst/>
          </a:prstGeom>
          <a:noFill/>
          <a:ln w="9525">
            <a:noFill/>
            <a:miter lim="800000"/>
            <a:headEnd/>
            <a:tailEnd/>
          </a:ln>
          <a:effectLst/>
        </p:spPr>
        <p:txBody>
          <a:bodyPr wrap="none">
            <a:spAutoFit/>
          </a:bodyPr>
          <a:lstStyle/>
          <a:p>
            <a:r>
              <a:rPr lang="en-US"/>
              <a:t> </a:t>
            </a:r>
            <a:r>
              <a:rPr lang="en-US" sz="3200" b="1">
                <a:latin typeface="Verdana" pitchFamily="34" charset="0"/>
              </a:rPr>
              <a:t>TYPES OF ETHICS</a:t>
            </a:r>
          </a:p>
        </p:txBody>
      </p:sp>
      <p:sp>
        <p:nvSpPr>
          <p:cNvPr id="66565" name="Text Box 5"/>
          <p:cNvSpPr txBox="1">
            <a:spLocks noChangeArrowheads="1"/>
          </p:cNvSpPr>
          <p:nvPr/>
        </p:nvSpPr>
        <p:spPr bwMode="auto">
          <a:xfrm>
            <a:off x="1295400" y="2743200"/>
            <a:ext cx="6891338" cy="1373188"/>
          </a:xfrm>
          <a:prstGeom prst="rect">
            <a:avLst/>
          </a:prstGeom>
          <a:noFill/>
          <a:ln w="9525">
            <a:noFill/>
            <a:miter lim="800000"/>
            <a:headEnd/>
            <a:tailEnd/>
          </a:ln>
          <a:effectLst/>
        </p:spPr>
        <p:txBody>
          <a:bodyPr wrap="none">
            <a:spAutoFit/>
          </a:bodyPr>
          <a:lstStyle/>
          <a:p>
            <a:pPr>
              <a:buFontTx/>
              <a:buChar char="•"/>
            </a:pPr>
            <a:r>
              <a:rPr lang="en-US" sz="2800" b="1"/>
              <a:t>IKHLAQ-E-AALIA(FAZILA,HAMEEDA)</a:t>
            </a:r>
          </a:p>
          <a:p>
            <a:endParaRPr lang="en-US" sz="2800" b="1"/>
          </a:p>
          <a:p>
            <a:pPr>
              <a:buFontTx/>
              <a:buChar char="•"/>
            </a:pPr>
            <a:r>
              <a:rPr lang="en-US" sz="2800" b="1"/>
              <a:t>IKHLAQ-E-RAZEELA(MUZMUMA)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ate Placeholder 1"/>
          <p:cNvSpPr>
            <a:spLocks noGrp="1"/>
          </p:cNvSpPr>
          <p:nvPr>
            <p:ph type="dt" sz="half" idx="10"/>
          </p:nvPr>
        </p:nvSpPr>
        <p:spPr/>
        <p:txBody>
          <a:bodyPr/>
          <a:lstStyle/>
          <a:p>
            <a:fld id="{E3FC929D-0348-4DBF-9A99-58721E01D133}" type="datetime6">
              <a:rPr lang="en-US"/>
              <a:pPr/>
              <a:t>April 13</a:t>
            </a:fld>
            <a:endParaRPr lang="en-US"/>
          </a:p>
        </p:txBody>
      </p:sp>
      <p:sp>
        <p:nvSpPr>
          <p:cNvPr id="15" name="Slide Number Placeholder 3"/>
          <p:cNvSpPr>
            <a:spLocks noGrp="1"/>
          </p:cNvSpPr>
          <p:nvPr>
            <p:ph type="sldNum" sz="quarter" idx="12"/>
          </p:nvPr>
        </p:nvSpPr>
        <p:spPr/>
        <p:txBody>
          <a:bodyPr/>
          <a:lstStyle/>
          <a:p>
            <a:fld id="{847020AF-BE86-406E-8EA8-7BB984B1EFBA}" type="slidenum">
              <a:rPr lang="en-US"/>
              <a:pPr/>
              <a:t>5</a:t>
            </a:fld>
            <a:endParaRPr lang="en-US"/>
          </a:p>
        </p:txBody>
      </p:sp>
      <p:graphicFrame>
        <p:nvGraphicFramePr>
          <p:cNvPr id="18463" name="Group 31"/>
          <p:cNvGraphicFramePr>
            <a:graphicFrameLocks noGrp="1"/>
          </p:cNvGraphicFramePr>
          <p:nvPr/>
        </p:nvGraphicFramePr>
        <p:xfrm>
          <a:off x="1447800" y="2819400"/>
          <a:ext cx="6477000" cy="1905001"/>
        </p:xfrm>
        <a:graphic>
          <a:graphicData uri="http://schemas.openxmlformats.org/drawingml/2006/table">
            <a:tbl>
              <a:tblPr/>
              <a:tblGrid>
                <a:gridCol w="3200400"/>
                <a:gridCol w="3276600"/>
              </a:tblGrid>
              <a:tr h="9604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800" b="1" i="0" u="none" strike="noStrike" cap="none" normalizeH="0" baseline="0" smtClean="0">
                          <a:ln>
                            <a:noFill/>
                          </a:ln>
                          <a:solidFill>
                            <a:srgbClr val="CCFFFF"/>
                          </a:solidFill>
                          <a:effectLst>
                            <a:outerShdw blurRad="38100" dist="38100" dir="2700000" algn="tl">
                              <a:srgbClr val="000000"/>
                            </a:outerShdw>
                          </a:effectLst>
                          <a:latin typeface="Georgia" pitchFamily="18" charset="0"/>
                        </a:rPr>
                        <a:t>HUQUL-IBAD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800" b="1" i="0" u="none" strike="noStrike" cap="none" normalizeH="0" baseline="0" smtClean="0">
                          <a:ln>
                            <a:noFill/>
                          </a:ln>
                          <a:solidFill>
                            <a:srgbClr val="CCFFFF"/>
                          </a:solidFill>
                          <a:effectLst>
                            <a:outerShdw blurRad="38100" dist="38100" dir="2700000" algn="tl">
                              <a:srgbClr val="000000"/>
                            </a:outerShdw>
                          </a:effectLst>
                          <a:latin typeface="Georgia" pitchFamily="18" charset="0"/>
                        </a:rPr>
                        <a:t>IKHLAQ</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44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800" b="1" i="0" u="none" strike="noStrike" cap="none" normalizeH="0" baseline="0" smtClean="0">
                          <a:ln>
                            <a:noFill/>
                          </a:ln>
                          <a:solidFill>
                            <a:srgbClr val="CCFFFF"/>
                          </a:solidFill>
                          <a:effectLst>
                            <a:outerShdw blurRad="38100" dist="38100" dir="2700000" algn="tl">
                              <a:srgbClr val="000000"/>
                            </a:outerShdw>
                          </a:effectLst>
                          <a:latin typeface="Georgia" pitchFamily="18" charset="0"/>
                        </a:rPr>
                        <a:t>HUQUL-ALLAH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sz="2800" b="1" i="0" u="none" strike="noStrike" cap="none" normalizeH="0" baseline="0" smtClean="0">
                          <a:ln>
                            <a:noFill/>
                          </a:ln>
                          <a:solidFill>
                            <a:srgbClr val="CCFFFF"/>
                          </a:solidFill>
                          <a:effectLst>
                            <a:outerShdw blurRad="38100" dist="38100" dir="2700000" algn="tl">
                              <a:srgbClr val="000000"/>
                            </a:outerShdw>
                          </a:effectLst>
                          <a:latin typeface="Georgia" pitchFamily="18" charset="0"/>
                        </a:rPr>
                        <a:t>IBADAT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460" name="Text Box 28"/>
          <p:cNvSpPr txBox="1">
            <a:spLocks noChangeArrowheads="1"/>
          </p:cNvSpPr>
          <p:nvPr/>
        </p:nvSpPr>
        <p:spPr bwMode="auto">
          <a:xfrm>
            <a:off x="1371600" y="1295400"/>
            <a:ext cx="6565900" cy="519113"/>
          </a:xfrm>
          <a:prstGeom prst="rect">
            <a:avLst/>
          </a:prstGeom>
          <a:solidFill>
            <a:srgbClr val="B2B2B2"/>
          </a:solidFill>
          <a:ln w="9525">
            <a:noFill/>
            <a:miter lim="800000"/>
            <a:headEnd/>
            <a:tailEnd/>
          </a:ln>
          <a:effectLst/>
        </p:spPr>
        <p:txBody>
          <a:bodyPr wrap="none">
            <a:spAutoFit/>
          </a:bodyPr>
          <a:lstStyle/>
          <a:p>
            <a:pPr eaLnBrk="1" hangingPunct="1"/>
            <a:r>
              <a:rPr lang="en-US" sz="2800" b="1">
                <a:solidFill>
                  <a:srgbClr val="993366"/>
                </a:solidFill>
                <a:latin typeface="Verdana" pitchFamily="34" charset="0"/>
              </a:rPr>
              <a:t>SIGNIFICANCE OF HUQUL-IBAD</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1"/>
          <p:cNvSpPr>
            <a:spLocks noGrp="1"/>
          </p:cNvSpPr>
          <p:nvPr>
            <p:ph type="dt" sz="half" idx="10"/>
          </p:nvPr>
        </p:nvSpPr>
        <p:spPr/>
        <p:txBody>
          <a:bodyPr/>
          <a:lstStyle/>
          <a:p>
            <a:fld id="{A80ECA29-0D05-48E0-A311-68764308633D}" type="datetime6">
              <a:rPr lang="en-US"/>
              <a:pPr/>
              <a:t>April 13</a:t>
            </a:fld>
            <a:endParaRPr lang="en-US"/>
          </a:p>
        </p:txBody>
      </p:sp>
      <p:sp>
        <p:nvSpPr>
          <p:cNvPr id="6" name="Slide Number Placeholder 3"/>
          <p:cNvSpPr>
            <a:spLocks noGrp="1"/>
          </p:cNvSpPr>
          <p:nvPr>
            <p:ph type="sldNum" sz="quarter" idx="12"/>
          </p:nvPr>
        </p:nvSpPr>
        <p:spPr/>
        <p:txBody>
          <a:bodyPr/>
          <a:lstStyle/>
          <a:p>
            <a:fld id="{DA16C463-C34B-43DF-90FA-0F0328DE2F3F}" type="slidenum">
              <a:rPr lang="en-US"/>
              <a:pPr/>
              <a:t>6</a:t>
            </a:fld>
            <a:endParaRPr lang="en-US"/>
          </a:p>
        </p:txBody>
      </p:sp>
      <p:sp>
        <p:nvSpPr>
          <p:cNvPr id="61444" name="Rectangle 4"/>
          <p:cNvSpPr>
            <a:spLocks noChangeArrowheads="1"/>
          </p:cNvSpPr>
          <p:nvPr/>
        </p:nvSpPr>
        <p:spPr bwMode="auto">
          <a:xfrm>
            <a:off x="457200" y="274638"/>
            <a:ext cx="8229600" cy="735012"/>
          </a:xfrm>
          <a:prstGeom prst="rect">
            <a:avLst/>
          </a:prstGeom>
          <a:noFill/>
          <a:ln w="9525">
            <a:noFill/>
            <a:miter lim="800000"/>
            <a:headEnd/>
            <a:tailEnd/>
          </a:ln>
          <a:effectLst/>
        </p:spPr>
        <p:txBody>
          <a:bodyPr anchor="ctr"/>
          <a:lstStyle/>
          <a:p>
            <a:pPr algn="ctr" eaLnBrk="1" hangingPunct="1"/>
            <a:r>
              <a:rPr lang="en-US" sz="1600" b="1">
                <a:effectLst>
                  <a:outerShdw blurRad="38100" dist="38100" dir="2700000" algn="tl">
                    <a:srgbClr val="000000"/>
                  </a:outerShdw>
                </a:effectLst>
              </a:rPr>
              <a:t> </a:t>
            </a:r>
            <a:r>
              <a:rPr lang="en-US" sz="2400" b="1">
                <a:effectLst>
                  <a:outerShdw blurRad="38100" dist="38100" dir="2700000" algn="tl">
                    <a:srgbClr val="000000"/>
                  </a:outerShdw>
                </a:effectLst>
                <a:latin typeface="Verdana" pitchFamily="34" charset="0"/>
              </a:rPr>
              <a:t>Principal Guidelines of Qur'aan</a:t>
            </a:r>
            <a:br>
              <a:rPr lang="en-US" sz="2400" b="1">
                <a:effectLst>
                  <a:outerShdw blurRad="38100" dist="38100" dir="2700000" algn="tl">
                    <a:srgbClr val="000000"/>
                  </a:outerShdw>
                </a:effectLst>
                <a:latin typeface="Verdana" pitchFamily="34" charset="0"/>
              </a:rPr>
            </a:br>
            <a:r>
              <a:rPr lang="en-US" sz="2400" b="1">
                <a:effectLst>
                  <a:outerShdw blurRad="38100" dist="38100" dir="2700000" algn="tl">
                    <a:srgbClr val="000000"/>
                  </a:outerShdw>
                </a:effectLst>
                <a:latin typeface="Verdana" pitchFamily="34" charset="0"/>
              </a:rPr>
              <a:t>(AnNahl:90)</a:t>
            </a:r>
          </a:p>
        </p:txBody>
      </p:sp>
      <p:sp>
        <p:nvSpPr>
          <p:cNvPr id="61445" name="Rectangle 5"/>
          <p:cNvSpPr>
            <a:spLocks noChangeArrowheads="1"/>
          </p:cNvSpPr>
          <p:nvPr/>
        </p:nvSpPr>
        <p:spPr bwMode="auto">
          <a:xfrm>
            <a:off x="77788" y="1085850"/>
            <a:ext cx="4799012" cy="5314950"/>
          </a:xfrm>
          <a:prstGeom prst="rect">
            <a:avLst/>
          </a:prstGeom>
          <a:noFill/>
          <a:ln w="63500">
            <a:solidFill>
              <a:srgbClr val="FFCC00"/>
            </a:solidFill>
            <a:prstDash val="sysDot"/>
            <a:miter lim="800000"/>
            <a:headEnd/>
            <a:tailEnd/>
          </a:ln>
          <a:effectLst/>
        </p:spPr>
        <p:txBody>
          <a:bodyPr/>
          <a:lstStyle/>
          <a:p>
            <a:pPr marL="342900" indent="-342900" eaLnBrk="1" hangingPunct="1">
              <a:lnSpc>
                <a:spcPct val="90000"/>
              </a:lnSpc>
              <a:spcBef>
                <a:spcPct val="20000"/>
              </a:spcBef>
              <a:buClr>
                <a:schemeClr val="hlink"/>
              </a:buClr>
              <a:buSzPct val="65000"/>
              <a:buFont typeface="Wingdings" pitchFamily="2" charset="2"/>
              <a:buNone/>
            </a:pPr>
            <a:r>
              <a:rPr lang="en-US" sz="2200" b="1">
                <a:effectLst>
                  <a:outerShdw blurRad="38100" dist="38100" dir="2700000" algn="tl">
                    <a:srgbClr val="000000"/>
                  </a:outerShdw>
                </a:effectLst>
              </a:rPr>
              <a:t>Good Conduct</a:t>
            </a:r>
            <a:endParaRPr lang="ur-PK" sz="2200" b="1">
              <a:effectLst>
                <a:outerShdw blurRad="38100" dist="38100" dir="2700000" algn="tl">
                  <a:srgbClr val="000000"/>
                </a:outerShdw>
              </a:effectLst>
            </a:endParaRPr>
          </a:p>
          <a:p>
            <a:pPr marL="342900" indent="-342900" eaLnBrk="1" hangingPunct="1">
              <a:lnSpc>
                <a:spcPct val="90000"/>
              </a:lnSpc>
              <a:spcBef>
                <a:spcPct val="20000"/>
              </a:spcBef>
              <a:buClr>
                <a:schemeClr val="hlink"/>
              </a:buClr>
              <a:buSzPct val="65000"/>
              <a:buFont typeface="Wingdings" pitchFamily="2" charset="2"/>
              <a:buChar char="n"/>
            </a:pPr>
            <a:r>
              <a:rPr lang="en-US" sz="2200" b="1">
                <a:effectLst>
                  <a:outerShdw blurRad="38100" dist="38100" dir="2700000" algn="tl">
                    <a:srgbClr val="000000"/>
                  </a:outerShdw>
                </a:effectLst>
              </a:rPr>
              <a:t>Equitable Justice (</a:t>
            </a:r>
            <a:r>
              <a:rPr lang="ar-SA" sz="2200" b="1">
                <a:effectLst>
                  <a:outerShdw blurRad="38100" dist="38100" dir="2700000" algn="tl">
                    <a:srgbClr val="000000"/>
                  </a:outerShdw>
                </a:effectLst>
                <a:cs typeface="Arial" charset="0"/>
              </a:rPr>
              <a:t>عَدْلِ</a:t>
            </a:r>
            <a:r>
              <a:rPr lang="en-US" sz="2200">
                <a:effectLst>
                  <a:outerShdw blurRad="38100" dist="38100" dir="2700000" algn="tl">
                    <a:srgbClr val="000000"/>
                  </a:outerShdw>
                </a:effectLst>
              </a:rPr>
              <a:t> </a:t>
            </a:r>
            <a:r>
              <a:rPr lang="en-US" sz="2200" b="1">
                <a:effectLst>
                  <a:outerShdw blurRad="38100" dist="38100" dir="2700000" algn="tl">
                    <a:srgbClr val="000000"/>
                  </a:outerShdw>
                </a:effectLst>
              </a:rPr>
              <a:t>)</a:t>
            </a:r>
          </a:p>
          <a:p>
            <a:pPr marL="342900" indent="-342900" eaLnBrk="1" hangingPunct="1">
              <a:lnSpc>
                <a:spcPct val="90000"/>
              </a:lnSpc>
              <a:spcBef>
                <a:spcPct val="20000"/>
              </a:spcBef>
              <a:buClr>
                <a:schemeClr val="hlink"/>
              </a:buClr>
              <a:buSzPct val="65000"/>
              <a:buFont typeface="Wingdings" pitchFamily="2" charset="2"/>
              <a:buChar char="n"/>
            </a:pPr>
            <a:endParaRPr lang="en-US" sz="2200" b="1">
              <a:effectLst>
                <a:outerShdw blurRad="38100" dist="38100" dir="2700000" algn="tl">
                  <a:srgbClr val="000000"/>
                </a:outerShdw>
              </a:effectLst>
            </a:endParaRPr>
          </a:p>
          <a:p>
            <a:pPr marL="342900" indent="-342900" eaLnBrk="1" hangingPunct="1">
              <a:lnSpc>
                <a:spcPct val="90000"/>
              </a:lnSpc>
              <a:spcBef>
                <a:spcPct val="20000"/>
              </a:spcBef>
              <a:buClr>
                <a:schemeClr val="hlink"/>
              </a:buClr>
              <a:buSzPct val="65000"/>
              <a:buFont typeface="Wingdings" pitchFamily="2" charset="2"/>
              <a:buChar char="n"/>
            </a:pPr>
            <a:r>
              <a:rPr lang="en-US" sz="2200" b="1">
                <a:effectLst>
                  <a:outerShdw blurRad="38100" dist="38100" dir="2700000" algn="tl">
                    <a:srgbClr val="000000"/>
                  </a:outerShdw>
                </a:effectLst>
              </a:rPr>
              <a:t>Excellence in Kindness (</a:t>
            </a:r>
            <a:r>
              <a:rPr lang="ar-SA" sz="2200" b="1">
                <a:effectLst>
                  <a:outerShdw blurRad="38100" dist="38100" dir="2700000" algn="tl">
                    <a:srgbClr val="000000"/>
                  </a:outerShdw>
                </a:effectLst>
                <a:cs typeface="Arial" charset="0"/>
              </a:rPr>
              <a:t>إِحْسَانِ</a:t>
            </a:r>
            <a:r>
              <a:rPr lang="en-US" sz="2200" b="1">
                <a:effectLst>
                  <a:outerShdw blurRad="38100" dist="38100" dir="2700000" algn="tl">
                    <a:srgbClr val="000000"/>
                  </a:outerShdw>
                </a:effectLst>
              </a:rPr>
              <a:t>)</a:t>
            </a:r>
            <a:endParaRPr lang="en-US" sz="2200">
              <a:effectLst>
                <a:outerShdw blurRad="38100" dist="38100" dir="2700000" algn="tl">
                  <a:srgbClr val="000000"/>
                </a:outerShdw>
              </a:effectLst>
            </a:endParaRPr>
          </a:p>
          <a:p>
            <a:pPr marL="342900" indent="-342900" eaLnBrk="1" hangingPunct="1">
              <a:lnSpc>
                <a:spcPct val="90000"/>
              </a:lnSpc>
              <a:spcBef>
                <a:spcPct val="20000"/>
              </a:spcBef>
              <a:buClr>
                <a:schemeClr val="hlink"/>
              </a:buClr>
              <a:buSzPct val="65000"/>
              <a:buFont typeface="Wingdings" pitchFamily="2" charset="2"/>
              <a:buChar char="n"/>
            </a:pPr>
            <a:endParaRPr lang="en-US" sz="2200" b="1">
              <a:effectLst>
                <a:outerShdw blurRad="38100" dist="38100" dir="2700000" algn="tl">
                  <a:srgbClr val="000000"/>
                </a:outerShdw>
              </a:effectLst>
            </a:endParaRPr>
          </a:p>
          <a:p>
            <a:pPr marL="342900" indent="-342900" eaLnBrk="1" hangingPunct="1">
              <a:lnSpc>
                <a:spcPct val="90000"/>
              </a:lnSpc>
              <a:spcBef>
                <a:spcPct val="20000"/>
              </a:spcBef>
              <a:buClr>
                <a:schemeClr val="hlink"/>
              </a:buClr>
              <a:buSzPct val="65000"/>
              <a:buFont typeface="Wingdings" pitchFamily="2" charset="2"/>
              <a:buChar char="n"/>
            </a:pPr>
            <a:r>
              <a:rPr lang="en-US" sz="2200" b="1">
                <a:effectLst>
                  <a:outerShdw blurRad="38100" dist="38100" dir="2700000" algn="tl">
                    <a:srgbClr val="000000"/>
                  </a:outerShdw>
                </a:effectLst>
              </a:rPr>
              <a:t>Beneficence (</a:t>
            </a:r>
            <a:r>
              <a:rPr lang="ar-SA" sz="2200" b="1">
                <a:effectLst>
                  <a:outerShdw blurRad="38100" dist="38100" dir="2700000" algn="tl">
                    <a:srgbClr val="000000"/>
                  </a:outerShdw>
                </a:effectLst>
                <a:cs typeface="Arial" charset="0"/>
              </a:rPr>
              <a:t>إِيتَاء ذِي الْقُرْبَى</a:t>
            </a:r>
            <a:r>
              <a:rPr lang="en-US" sz="2200">
                <a:effectLst>
                  <a:outerShdw blurRad="38100" dist="38100" dir="2700000" algn="tl">
                    <a:srgbClr val="000000"/>
                  </a:outerShdw>
                </a:effectLst>
              </a:rPr>
              <a:t> </a:t>
            </a:r>
            <a:r>
              <a:rPr lang="en-US" sz="2200" b="1">
                <a:effectLst>
                  <a:outerShdw blurRad="38100" dist="38100" dir="2700000" algn="tl">
                    <a:srgbClr val="000000"/>
                  </a:outerShdw>
                </a:effectLst>
              </a:rPr>
              <a:t>) </a:t>
            </a:r>
          </a:p>
          <a:p>
            <a:pPr marL="342900" indent="-342900" eaLnBrk="1" hangingPunct="1">
              <a:lnSpc>
                <a:spcPct val="90000"/>
              </a:lnSpc>
              <a:spcBef>
                <a:spcPct val="20000"/>
              </a:spcBef>
              <a:buClr>
                <a:schemeClr val="hlink"/>
              </a:buClr>
              <a:buSzPct val="65000"/>
              <a:buFont typeface="Wingdings" pitchFamily="2" charset="2"/>
              <a:buNone/>
            </a:pPr>
            <a:r>
              <a:rPr lang="en-US" sz="2200" b="1">
                <a:effectLst>
                  <a:outerShdw blurRad="38100" dist="38100" dir="2700000" algn="tl">
                    <a:srgbClr val="000000"/>
                  </a:outerShdw>
                </a:effectLst>
              </a:rPr>
              <a:t>Bad Conduct</a:t>
            </a:r>
          </a:p>
          <a:p>
            <a:pPr marL="342900" indent="-342900" eaLnBrk="1" hangingPunct="1">
              <a:lnSpc>
                <a:spcPct val="90000"/>
              </a:lnSpc>
              <a:spcBef>
                <a:spcPct val="20000"/>
              </a:spcBef>
              <a:buClr>
                <a:schemeClr val="hlink"/>
              </a:buClr>
              <a:buSzPct val="65000"/>
              <a:buFont typeface="Wingdings" pitchFamily="2" charset="2"/>
              <a:buChar char="n"/>
            </a:pPr>
            <a:r>
              <a:rPr lang="en-US" sz="2200" b="1">
                <a:effectLst>
                  <a:outerShdw blurRad="38100" dist="38100" dir="2700000" algn="tl">
                    <a:srgbClr val="000000"/>
                  </a:outerShdw>
                </a:effectLst>
              </a:rPr>
              <a:t>Lewdness (</a:t>
            </a:r>
            <a:r>
              <a:rPr lang="ar-SA" sz="2200" b="1">
                <a:effectLst>
                  <a:outerShdw blurRad="38100" dist="38100" dir="2700000" algn="tl">
                    <a:srgbClr val="000000"/>
                  </a:outerShdw>
                </a:effectLst>
              </a:rPr>
              <a:t>الْفَحْشَاء</a:t>
            </a:r>
            <a:r>
              <a:rPr lang="en-US" sz="2200">
                <a:effectLst>
                  <a:outerShdw blurRad="38100" dist="38100" dir="2700000" algn="tl">
                    <a:srgbClr val="000000"/>
                  </a:outerShdw>
                </a:effectLst>
              </a:rPr>
              <a:t> </a:t>
            </a:r>
            <a:r>
              <a:rPr lang="en-US" sz="2200" b="1">
                <a:effectLst>
                  <a:outerShdw blurRad="38100" dist="38100" dir="2700000" algn="tl">
                    <a:srgbClr val="000000"/>
                  </a:outerShdw>
                </a:effectLst>
              </a:rPr>
              <a:t>)</a:t>
            </a:r>
          </a:p>
          <a:p>
            <a:pPr marL="342900" indent="-342900" eaLnBrk="1" hangingPunct="1">
              <a:lnSpc>
                <a:spcPct val="90000"/>
              </a:lnSpc>
              <a:spcBef>
                <a:spcPct val="20000"/>
              </a:spcBef>
              <a:buClr>
                <a:schemeClr val="hlink"/>
              </a:buClr>
              <a:buSzPct val="65000"/>
              <a:buFont typeface="Wingdings" pitchFamily="2" charset="2"/>
              <a:buNone/>
            </a:pPr>
            <a:endParaRPr lang="en-US" sz="2200" b="1">
              <a:effectLst>
                <a:outerShdw blurRad="38100" dist="38100" dir="2700000" algn="tl">
                  <a:srgbClr val="000000"/>
                </a:outerShdw>
              </a:effectLst>
            </a:endParaRPr>
          </a:p>
          <a:p>
            <a:pPr marL="342900" indent="-342900" eaLnBrk="1" hangingPunct="1">
              <a:lnSpc>
                <a:spcPct val="90000"/>
              </a:lnSpc>
              <a:spcBef>
                <a:spcPct val="20000"/>
              </a:spcBef>
              <a:buClr>
                <a:schemeClr val="hlink"/>
              </a:buClr>
              <a:buSzPct val="65000"/>
              <a:buFont typeface="Wingdings" pitchFamily="2" charset="2"/>
              <a:buChar char="n"/>
            </a:pPr>
            <a:r>
              <a:rPr lang="en-US" sz="2200" b="1">
                <a:effectLst>
                  <a:outerShdw blurRad="38100" dist="38100" dir="2700000" algn="tl">
                    <a:srgbClr val="000000"/>
                  </a:outerShdw>
                </a:effectLst>
              </a:rPr>
              <a:t>The prohibited (</a:t>
            </a:r>
            <a:r>
              <a:rPr lang="ar-SA" sz="2200" b="1">
                <a:effectLst>
                  <a:outerShdw blurRad="38100" dist="38100" dir="2700000" algn="tl">
                    <a:srgbClr val="000000"/>
                  </a:outerShdw>
                </a:effectLst>
              </a:rPr>
              <a:t>الْمُنكَرِ</a:t>
            </a:r>
            <a:r>
              <a:rPr lang="en-US" sz="2200" b="1">
                <a:effectLst>
                  <a:outerShdw blurRad="38100" dist="38100" dir="2700000" algn="tl">
                    <a:srgbClr val="000000"/>
                  </a:outerShdw>
                </a:effectLst>
              </a:rPr>
              <a:t>)</a:t>
            </a:r>
          </a:p>
          <a:p>
            <a:pPr marL="342900" indent="-342900" eaLnBrk="1" hangingPunct="1">
              <a:lnSpc>
                <a:spcPct val="90000"/>
              </a:lnSpc>
              <a:spcBef>
                <a:spcPct val="20000"/>
              </a:spcBef>
              <a:buClr>
                <a:schemeClr val="hlink"/>
              </a:buClr>
              <a:buSzPct val="65000"/>
              <a:buFont typeface="Wingdings" pitchFamily="2" charset="2"/>
              <a:buNone/>
            </a:pPr>
            <a:endParaRPr lang="en-US" sz="2200">
              <a:effectLst>
                <a:outerShdw blurRad="38100" dist="38100" dir="2700000" algn="tl">
                  <a:srgbClr val="000000"/>
                </a:outerShdw>
              </a:effectLst>
            </a:endParaRPr>
          </a:p>
          <a:p>
            <a:pPr marL="342900" indent="-342900" eaLnBrk="1" hangingPunct="1">
              <a:lnSpc>
                <a:spcPct val="90000"/>
              </a:lnSpc>
              <a:spcBef>
                <a:spcPct val="20000"/>
              </a:spcBef>
              <a:buClr>
                <a:schemeClr val="hlink"/>
              </a:buClr>
              <a:buSzPct val="65000"/>
              <a:buFont typeface="Wingdings" pitchFamily="2" charset="2"/>
              <a:buChar char="n"/>
            </a:pPr>
            <a:r>
              <a:rPr lang="en-US" sz="2200" b="1">
                <a:effectLst>
                  <a:outerShdw blurRad="38100" dist="38100" dir="2700000" algn="tl">
                    <a:srgbClr val="000000"/>
                  </a:outerShdw>
                </a:effectLst>
              </a:rPr>
              <a:t>Revulsion (</a:t>
            </a:r>
            <a:r>
              <a:rPr lang="ar-SA" sz="2200" b="1">
                <a:effectLst>
                  <a:outerShdw blurRad="38100" dist="38100" dir="2700000" algn="tl">
                    <a:srgbClr val="000000"/>
                  </a:outerShdw>
                </a:effectLst>
              </a:rPr>
              <a:t>الْبَغْيِ</a:t>
            </a:r>
            <a:r>
              <a:rPr lang="en-US" sz="2200" b="1">
                <a:effectLst>
                  <a:outerShdw blurRad="38100" dist="38100" dir="2700000" algn="tl">
                    <a:srgbClr val="000000"/>
                  </a:outerShdw>
                </a:effectLst>
              </a:rPr>
              <a:t>)</a:t>
            </a:r>
          </a:p>
          <a:p>
            <a:pPr marL="342900" indent="-342900" eaLnBrk="1" hangingPunct="1">
              <a:lnSpc>
                <a:spcPct val="90000"/>
              </a:lnSpc>
              <a:spcBef>
                <a:spcPct val="20000"/>
              </a:spcBef>
              <a:buClr>
                <a:schemeClr val="hlink"/>
              </a:buClr>
              <a:buSzPct val="65000"/>
              <a:buFont typeface="Wingdings" pitchFamily="2" charset="2"/>
              <a:buNone/>
            </a:pPr>
            <a:endParaRPr lang="en-US" sz="2200" b="1">
              <a:effectLst>
                <a:outerShdw blurRad="38100" dist="38100" dir="2700000" algn="tl">
                  <a:srgbClr val="000000"/>
                </a:outerShdw>
              </a:effectLst>
            </a:endParaRPr>
          </a:p>
        </p:txBody>
      </p:sp>
      <p:sp>
        <p:nvSpPr>
          <p:cNvPr id="61446" name="Rectangle 6"/>
          <p:cNvSpPr>
            <a:spLocks noChangeArrowheads="1"/>
          </p:cNvSpPr>
          <p:nvPr/>
        </p:nvSpPr>
        <p:spPr bwMode="auto">
          <a:xfrm>
            <a:off x="4800600" y="1066800"/>
            <a:ext cx="4343400" cy="5391150"/>
          </a:xfrm>
          <a:prstGeom prst="rect">
            <a:avLst/>
          </a:prstGeom>
          <a:noFill/>
          <a:ln w="63500">
            <a:solidFill>
              <a:srgbClr val="FFCC00"/>
            </a:solidFill>
            <a:prstDash val="sysDot"/>
            <a:miter lim="800000"/>
            <a:headEnd/>
            <a:tailEnd/>
          </a:ln>
          <a:effectLst/>
        </p:spPr>
        <p:txBody>
          <a:bodyPr/>
          <a:lstStyle/>
          <a:p>
            <a:pPr marL="342900" indent="-342900" algn="r" rtl="1" eaLnBrk="1" hangingPunct="1">
              <a:spcBef>
                <a:spcPct val="20000"/>
              </a:spcBef>
              <a:buClr>
                <a:schemeClr val="hlink"/>
              </a:buClr>
              <a:buSzPct val="65000"/>
              <a:buFont typeface="Wingdings" pitchFamily="2" charset="2"/>
              <a:buNone/>
            </a:pPr>
            <a:r>
              <a:rPr lang="ar-SA" sz="2100" b="1">
                <a:effectLst>
                  <a:outerShdw blurRad="38100" dist="38100" dir="2700000" algn="tl">
                    <a:srgbClr val="000000"/>
                  </a:outerShdw>
                </a:effectLst>
              </a:rPr>
              <a:t>إِنَّ اللّهَ يَأْمُرُ بِالْعَدْلِ وَالإِحْسَانِ </a:t>
            </a:r>
            <a:endParaRPr lang="en-US" sz="2100" b="1">
              <a:effectLst>
                <a:outerShdw blurRad="38100" dist="38100" dir="2700000" algn="tl">
                  <a:srgbClr val="000000"/>
                </a:outerShdw>
              </a:effectLst>
            </a:endParaRPr>
          </a:p>
          <a:p>
            <a:pPr marL="342900" indent="-342900" algn="r" rtl="1" eaLnBrk="1" hangingPunct="1">
              <a:spcBef>
                <a:spcPct val="20000"/>
              </a:spcBef>
              <a:buClr>
                <a:schemeClr val="hlink"/>
              </a:buClr>
              <a:buSzPct val="65000"/>
              <a:buFont typeface="Wingdings" pitchFamily="2" charset="2"/>
              <a:buNone/>
            </a:pPr>
            <a:r>
              <a:rPr lang="ar-SA" sz="2100" b="1">
                <a:effectLst>
                  <a:outerShdw blurRad="38100" dist="38100" dir="2700000" algn="tl">
                    <a:srgbClr val="000000"/>
                  </a:outerShdw>
                </a:effectLst>
              </a:rPr>
              <a:t>وَإِيتَاء ذِي الْقُرْبَى وَيَنْهَى عَنِ</a:t>
            </a:r>
            <a:endParaRPr lang="en-US" sz="2100" b="1">
              <a:effectLst>
                <a:outerShdw blurRad="38100" dist="38100" dir="2700000" algn="tl">
                  <a:srgbClr val="000000"/>
                </a:outerShdw>
              </a:effectLst>
            </a:endParaRPr>
          </a:p>
          <a:p>
            <a:pPr marL="342900" indent="-342900" algn="r" rtl="1" eaLnBrk="1" hangingPunct="1">
              <a:spcBef>
                <a:spcPct val="20000"/>
              </a:spcBef>
              <a:buClr>
                <a:schemeClr val="hlink"/>
              </a:buClr>
              <a:buSzPct val="65000"/>
              <a:buFont typeface="Wingdings" pitchFamily="2" charset="2"/>
              <a:buNone/>
            </a:pPr>
            <a:r>
              <a:rPr lang="ar-SA" sz="2100" b="1">
                <a:effectLst>
                  <a:outerShdw blurRad="38100" dist="38100" dir="2700000" algn="tl">
                    <a:srgbClr val="000000"/>
                  </a:outerShdw>
                </a:effectLst>
              </a:rPr>
              <a:t>الْفَحْشَاء وَالْمُنكَرِ وَالْبَغْيِ يَعِظُكُمْ</a:t>
            </a:r>
            <a:endParaRPr lang="en-US" sz="2100" b="1">
              <a:effectLst>
                <a:outerShdw blurRad="38100" dist="38100" dir="2700000" algn="tl">
                  <a:srgbClr val="000000"/>
                </a:outerShdw>
              </a:effectLst>
            </a:endParaRPr>
          </a:p>
          <a:p>
            <a:pPr marL="342900" indent="-342900" algn="r" rtl="1" eaLnBrk="1" hangingPunct="1">
              <a:spcBef>
                <a:spcPct val="20000"/>
              </a:spcBef>
              <a:buClr>
                <a:schemeClr val="hlink"/>
              </a:buClr>
              <a:buSzPct val="65000"/>
              <a:buFont typeface="Wingdings" pitchFamily="2" charset="2"/>
              <a:buNone/>
            </a:pPr>
            <a:r>
              <a:rPr lang="ar-SA" sz="2100" b="1">
                <a:effectLst>
                  <a:outerShdw blurRad="38100" dist="38100" dir="2700000" algn="tl">
                    <a:srgbClr val="000000"/>
                  </a:outerShdw>
                </a:effectLst>
              </a:rPr>
              <a:t> لَعَلَّكُمْ تَذَكَّرُونَ</a:t>
            </a:r>
            <a:endParaRPr lang="en-US" sz="2100" b="1">
              <a:effectLst>
                <a:outerShdw blurRad="38100" dist="38100" dir="2700000" algn="tl">
                  <a:srgbClr val="000000"/>
                </a:outerShdw>
              </a:effectLst>
            </a:endParaRPr>
          </a:p>
          <a:p>
            <a:pPr marL="342900" indent="-342900" algn="r" rtl="1" eaLnBrk="1" hangingPunct="1">
              <a:spcBef>
                <a:spcPct val="20000"/>
              </a:spcBef>
              <a:buClr>
                <a:schemeClr val="hlink"/>
              </a:buClr>
              <a:buSzPct val="65000"/>
              <a:buFont typeface="Wingdings" pitchFamily="2" charset="2"/>
              <a:buNone/>
            </a:pPr>
            <a:r>
              <a:rPr lang="ar-SA" sz="2100" b="1">
                <a:effectLst>
                  <a:outerShdw blurRad="38100" dist="38100" dir="2700000" algn="tl">
                    <a:srgbClr val="000000"/>
                  </a:outerShdw>
                </a:effectLst>
              </a:rPr>
              <a:t> خدا تم کو انصاف اور احسان کرنے </a:t>
            </a:r>
            <a:endParaRPr lang="en-US" sz="2100" b="1">
              <a:effectLst>
                <a:outerShdw blurRad="38100" dist="38100" dir="2700000" algn="tl">
                  <a:srgbClr val="000000"/>
                </a:outerShdw>
              </a:effectLst>
            </a:endParaRPr>
          </a:p>
          <a:p>
            <a:pPr marL="342900" indent="-342900" algn="r" rtl="1" eaLnBrk="1" hangingPunct="1">
              <a:spcBef>
                <a:spcPct val="20000"/>
              </a:spcBef>
              <a:buClr>
                <a:schemeClr val="hlink"/>
              </a:buClr>
              <a:buSzPct val="65000"/>
              <a:buFont typeface="Wingdings" pitchFamily="2" charset="2"/>
              <a:buNone/>
            </a:pPr>
            <a:r>
              <a:rPr lang="ar-SA" sz="2100" b="1">
                <a:effectLst>
                  <a:outerShdw blurRad="38100" dist="38100" dir="2700000" algn="tl">
                    <a:srgbClr val="000000"/>
                  </a:outerShdw>
                </a:effectLst>
              </a:rPr>
              <a:t>اور رشتہ داروں کو (خرچ سے مدد)</a:t>
            </a:r>
            <a:endParaRPr lang="en-US" sz="2100" b="1">
              <a:effectLst>
                <a:outerShdw blurRad="38100" dist="38100" dir="2700000" algn="tl">
                  <a:srgbClr val="000000"/>
                </a:outerShdw>
              </a:effectLst>
            </a:endParaRPr>
          </a:p>
          <a:p>
            <a:pPr marL="342900" indent="-342900" algn="r" rtl="1" eaLnBrk="1" hangingPunct="1">
              <a:spcBef>
                <a:spcPct val="20000"/>
              </a:spcBef>
              <a:buClr>
                <a:schemeClr val="hlink"/>
              </a:buClr>
              <a:buSzPct val="65000"/>
              <a:buFont typeface="Wingdings" pitchFamily="2" charset="2"/>
              <a:buNone/>
            </a:pPr>
            <a:r>
              <a:rPr lang="ar-SA" sz="2100" b="1">
                <a:effectLst>
                  <a:outerShdw blurRad="38100" dist="38100" dir="2700000" algn="tl">
                    <a:srgbClr val="000000"/>
                  </a:outerShdw>
                </a:effectLst>
              </a:rPr>
              <a:t> دینے کا حکم دیتاہے۔ اور بےحیائی</a:t>
            </a:r>
            <a:endParaRPr lang="en-US" sz="2100" b="1">
              <a:effectLst>
                <a:outerShdw blurRad="38100" dist="38100" dir="2700000" algn="tl">
                  <a:srgbClr val="000000"/>
                </a:outerShdw>
              </a:effectLst>
            </a:endParaRPr>
          </a:p>
          <a:p>
            <a:pPr marL="342900" indent="-342900" algn="r" rtl="1" eaLnBrk="1" hangingPunct="1">
              <a:spcBef>
                <a:spcPct val="20000"/>
              </a:spcBef>
              <a:buClr>
                <a:schemeClr val="hlink"/>
              </a:buClr>
              <a:buSzPct val="65000"/>
              <a:buFont typeface="Wingdings" pitchFamily="2" charset="2"/>
              <a:buNone/>
            </a:pPr>
            <a:r>
              <a:rPr lang="ar-SA" sz="2100" b="1">
                <a:effectLst>
                  <a:outerShdw blurRad="38100" dist="38100" dir="2700000" algn="tl">
                    <a:srgbClr val="000000"/>
                  </a:outerShdw>
                </a:effectLst>
              </a:rPr>
              <a:t>اور نامعقول کاموں سے اور سرکشی</a:t>
            </a:r>
            <a:endParaRPr lang="en-US" sz="2100" b="1">
              <a:effectLst>
                <a:outerShdw blurRad="38100" dist="38100" dir="2700000" algn="tl">
                  <a:srgbClr val="000000"/>
                </a:outerShdw>
              </a:effectLst>
            </a:endParaRPr>
          </a:p>
          <a:p>
            <a:pPr marL="342900" indent="-342900" algn="r" rtl="1" eaLnBrk="1" hangingPunct="1">
              <a:spcBef>
                <a:spcPct val="20000"/>
              </a:spcBef>
              <a:buClr>
                <a:schemeClr val="hlink"/>
              </a:buClr>
              <a:buSzPct val="65000"/>
              <a:buFont typeface="Wingdings" pitchFamily="2" charset="2"/>
              <a:buNone/>
            </a:pPr>
            <a:r>
              <a:rPr lang="ar-SA" sz="2100" b="1">
                <a:effectLst>
                  <a:outerShdw blurRad="38100" dist="38100" dir="2700000" algn="tl">
                    <a:srgbClr val="000000"/>
                  </a:outerShdw>
                </a:effectLst>
              </a:rPr>
              <a:t>سے منع کرتا ہے (اور) تمہیں</a:t>
            </a:r>
            <a:endParaRPr lang="en-US" sz="2100" b="1">
              <a:effectLst>
                <a:outerShdw blurRad="38100" dist="38100" dir="2700000" algn="tl">
                  <a:srgbClr val="000000"/>
                </a:outerShdw>
              </a:effectLst>
            </a:endParaRPr>
          </a:p>
          <a:p>
            <a:pPr marL="342900" indent="-342900" algn="r" rtl="1" eaLnBrk="1" hangingPunct="1">
              <a:spcBef>
                <a:spcPct val="20000"/>
              </a:spcBef>
              <a:buClr>
                <a:schemeClr val="hlink"/>
              </a:buClr>
              <a:buSzPct val="65000"/>
              <a:buFont typeface="Wingdings" pitchFamily="2" charset="2"/>
              <a:buNone/>
            </a:pPr>
            <a:r>
              <a:rPr lang="ar-SA" sz="2100" b="1">
                <a:effectLst>
                  <a:outerShdw blurRad="38100" dist="38100" dir="2700000" algn="tl">
                    <a:srgbClr val="000000"/>
                  </a:outerShdw>
                </a:effectLst>
              </a:rPr>
              <a:t> نصیحت کرتا ہے تاکہ تم یاد رکھو</a:t>
            </a:r>
            <a:r>
              <a:rPr lang="ar-SA" sz="2400">
                <a:effectLst>
                  <a:outerShdw blurRad="38100" dist="38100" dir="2700000" algn="tl">
                    <a:srgbClr val="000000"/>
                  </a:outerShdw>
                </a:effectLst>
              </a:rPr>
              <a:t> </a:t>
            </a:r>
            <a:endParaRPr lang="en-US" sz="2400">
              <a:effectLst>
                <a:outerShdw blurRad="38100" dist="38100" dir="2700000" algn="tl">
                  <a:srgbClr val="00000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61445">
                                            <p:bg/>
                                          </p:spTgt>
                                        </p:tgtEl>
                                        <p:attrNameLst>
                                          <p:attrName>style.visibility</p:attrName>
                                        </p:attrNameLst>
                                      </p:cBhvr>
                                      <p:to>
                                        <p:strVal val="visible"/>
                                      </p:to>
                                    </p:set>
                                    <p:anim calcmode="lin" valueType="num">
                                      <p:cBhvr>
                                        <p:cTn id="7" dur="500" decel="50000" fill="hold">
                                          <p:stCondLst>
                                            <p:cond delay="0"/>
                                          </p:stCondLst>
                                        </p:cTn>
                                        <p:tgtEl>
                                          <p:spTgt spid="61445">
                                            <p:bg/>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61445">
                                            <p:bg/>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61445">
                                            <p:bg/>
                                          </p:spTgt>
                                        </p:tgtEl>
                                        <p:attrNameLst>
                                          <p:attrName>ppt_w</p:attrName>
                                        </p:attrNameLst>
                                      </p:cBhvr>
                                      <p:tavLst>
                                        <p:tav tm="0">
                                          <p:val>
                                            <p:strVal val="#ppt_w*.05"/>
                                          </p:val>
                                        </p:tav>
                                        <p:tav tm="100000">
                                          <p:val>
                                            <p:strVal val="#ppt_w"/>
                                          </p:val>
                                        </p:tav>
                                      </p:tavLst>
                                    </p:anim>
                                    <p:anim calcmode="lin" valueType="num">
                                      <p:cBhvr>
                                        <p:cTn id="10" dur="1000" fill="hold"/>
                                        <p:tgtEl>
                                          <p:spTgt spid="61445">
                                            <p:bg/>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61445">
                                            <p:bg/>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61445">
                                            <p:bg/>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61445">
                                            <p:bg/>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61445">
                                            <p:bg/>
                                          </p:spTgt>
                                        </p:tgtEl>
                                      </p:cBhvr>
                                    </p:animEffect>
                                  </p:childTnLst>
                                </p:cTn>
                              </p:par>
                            </p:childTnLst>
                          </p:cTn>
                        </p:par>
                      </p:childTnLst>
                    </p:cTn>
                  </p:par>
                  <p:par>
                    <p:cTn id="15" fill="hold">
                      <p:stCondLst>
                        <p:cond delay="indefinite"/>
                      </p:stCondLst>
                      <p:childTnLst>
                        <p:par>
                          <p:cTn id="16" fill="hold">
                            <p:stCondLst>
                              <p:cond delay="0"/>
                            </p:stCondLst>
                            <p:childTnLst>
                              <p:par>
                                <p:cTn id="17" presetID="25" presetClass="entr" presetSubtype="0" fill="hold" grpId="0" nodeType="clickEffect">
                                  <p:stCondLst>
                                    <p:cond delay="0"/>
                                  </p:stCondLst>
                                  <p:childTnLst>
                                    <p:set>
                                      <p:cBhvr>
                                        <p:cTn id="18" dur="1" fill="hold">
                                          <p:stCondLst>
                                            <p:cond delay="0"/>
                                          </p:stCondLst>
                                        </p:cTn>
                                        <p:tgtEl>
                                          <p:spTgt spid="61445">
                                            <p:txEl>
                                              <p:pRg st="0" end="0"/>
                                            </p:txEl>
                                          </p:spTgt>
                                        </p:tgtEl>
                                        <p:attrNameLst>
                                          <p:attrName>style.visibility</p:attrName>
                                        </p:attrNameLst>
                                      </p:cBhvr>
                                      <p:to>
                                        <p:strVal val="visible"/>
                                      </p:to>
                                    </p:set>
                                    <p:anim calcmode="lin" valueType="num">
                                      <p:cBhvr>
                                        <p:cTn id="19" dur="500" decel="50000" fill="hold">
                                          <p:stCondLst>
                                            <p:cond delay="0"/>
                                          </p:stCondLst>
                                        </p:cTn>
                                        <p:tgtEl>
                                          <p:spTgt spid="61445">
                                            <p:txEl>
                                              <p:pRg st="0" end="0"/>
                                            </p:txEl>
                                          </p:spTgt>
                                        </p:tgtEl>
                                        <p:attrNameLst>
                                          <p:attrName>style.rotation</p:attrName>
                                        </p:attrNameLst>
                                      </p:cBhvr>
                                      <p:tavLst>
                                        <p:tav tm="0">
                                          <p:val>
                                            <p:fltVal val="-90"/>
                                          </p:val>
                                        </p:tav>
                                        <p:tav tm="100000">
                                          <p:val>
                                            <p:fltVal val="0"/>
                                          </p:val>
                                        </p:tav>
                                      </p:tavLst>
                                    </p:anim>
                                    <p:anim calcmode="lin" valueType="num">
                                      <p:cBhvr>
                                        <p:cTn id="20" dur="500" decel="50000" fill="hold">
                                          <p:stCondLst>
                                            <p:cond delay="0"/>
                                          </p:stCondLst>
                                        </p:cTn>
                                        <p:tgtEl>
                                          <p:spTgt spid="61445">
                                            <p:txEl>
                                              <p:pRg st="0" end="0"/>
                                            </p:txEl>
                                          </p:spTgt>
                                        </p:tgtEl>
                                        <p:attrNameLst>
                                          <p:attrName>ppt_w</p:attrName>
                                        </p:attrNameLst>
                                      </p:cBhvr>
                                      <p:tavLst>
                                        <p:tav tm="0">
                                          <p:val>
                                            <p:strVal val="#ppt_w"/>
                                          </p:val>
                                        </p:tav>
                                        <p:tav tm="100000">
                                          <p:val>
                                            <p:strVal val="#ppt_w*.05"/>
                                          </p:val>
                                        </p:tav>
                                      </p:tavLst>
                                    </p:anim>
                                    <p:anim calcmode="lin" valueType="num">
                                      <p:cBhvr>
                                        <p:cTn id="21" dur="500" accel="50000" fill="hold">
                                          <p:stCondLst>
                                            <p:cond delay="500"/>
                                          </p:stCondLst>
                                        </p:cTn>
                                        <p:tgtEl>
                                          <p:spTgt spid="61445">
                                            <p:txEl>
                                              <p:pRg st="0" end="0"/>
                                            </p:txEl>
                                          </p:spTgt>
                                        </p:tgtEl>
                                        <p:attrNameLst>
                                          <p:attrName>ppt_w</p:attrName>
                                        </p:attrNameLst>
                                      </p:cBhvr>
                                      <p:tavLst>
                                        <p:tav tm="0">
                                          <p:val>
                                            <p:strVal val="#ppt_w*.05"/>
                                          </p:val>
                                        </p:tav>
                                        <p:tav tm="100000">
                                          <p:val>
                                            <p:strVal val="#ppt_w"/>
                                          </p:val>
                                        </p:tav>
                                      </p:tavLst>
                                    </p:anim>
                                    <p:anim calcmode="lin" valueType="num">
                                      <p:cBhvr>
                                        <p:cTn id="22" dur="1000" fill="hold"/>
                                        <p:tgtEl>
                                          <p:spTgt spid="61445">
                                            <p:txEl>
                                              <p:pRg st="0" end="0"/>
                                            </p:txEl>
                                          </p:spTgt>
                                        </p:tgtEl>
                                        <p:attrNameLst>
                                          <p:attrName>ppt_h</p:attrName>
                                        </p:attrNameLst>
                                      </p:cBhvr>
                                      <p:tavLst>
                                        <p:tav tm="0">
                                          <p:val>
                                            <p:strVal val="#ppt_h"/>
                                          </p:val>
                                        </p:tav>
                                        <p:tav tm="100000">
                                          <p:val>
                                            <p:strVal val="#ppt_h"/>
                                          </p:val>
                                        </p:tav>
                                      </p:tavLst>
                                    </p:anim>
                                    <p:anim calcmode="lin" valueType="num">
                                      <p:cBhvr>
                                        <p:cTn id="23" dur="500" decel="50000" fill="hold">
                                          <p:stCondLst>
                                            <p:cond delay="0"/>
                                          </p:stCondLst>
                                        </p:cTn>
                                        <p:tgtEl>
                                          <p:spTgt spid="61445">
                                            <p:txEl>
                                              <p:pRg st="0" end="0"/>
                                            </p:txEl>
                                          </p:spTgt>
                                        </p:tgtEl>
                                        <p:attrNameLst>
                                          <p:attrName>ppt_x</p:attrName>
                                        </p:attrNameLst>
                                      </p:cBhvr>
                                      <p:tavLst>
                                        <p:tav tm="0">
                                          <p:val>
                                            <p:strVal val="#ppt_x+.4"/>
                                          </p:val>
                                        </p:tav>
                                        <p:tav tm="100000">
                                          <p:val>
                                            <p:strVal val="#ppt_x"/>
                                          </p:val>
                                        </p:tav>
                                      </p:tavLst>
                                    </p:anim>
                                    <p:anim calcmode="lin" valueType="num">
                                      <p:cBhvr>
                                        <p:cTn id="24" dur="500" decel="50000" fill="hold">
                                          <p:stCondLst>
                                            <p:cond delay="0"/>
                                          </p:stCondLst>
                                        </p:cTn>
                                        <p:tgtEl>
                                          <p:spTgt spid="61445">
                                            <p:txEl>
                                              <p:pRg st="0" end="0"/>
                                            </p:txEl>
                                          </p:spTgt>
                                        </p:tgtEl>
                                        <p:attrNameLst>
                                          <p:attrName>ppt_y</p:attrName>
                                        </p:attrNameLst>
                                      </p:cBhvr>
                                      <p:tavLst>
                                        <p:tav tm="0">
                                          <p:val>
                                            <p:strVal val="#ppt_y-.2"/>
                                          </p:val>
                                        </p:tav>
                                        <p:tav tm="100000">
                                          <p:val>
                                            <p:strVal val="#ppt_y+.1"/>
                                          </p:val>
                                        </p:tav>
                                      </p:tavLst>
                                    </p:anim>
                                    <p:anim calcmode="lin" valueType="num">
                                      <p:cBhvr>
                                        <p:cTn id="25" dur="500" accel="50000" fill="hold">
                                          <p:stCondLst>
                                            <p:cond delay="500"/>
                                          </p:stCondLst>
                                        </p:cTn>
                                        <p:tgtEl>
                                          <p:spTgt spid="61445">
                                            <p:txEl>
                                              <p:pRg st="0" end="0"/>
                                            </p:txEl>
                                          </p:spTgt>
                                        </p:tgtEl>
                                        <p:attrNameLst>
                                          <p:attrName>ppt_y</p:attrName>
                                        </p:attrNameLst>
                                      </p:cBhvr>
                                      <p:tavLst>
                                        <p:tav tm="0">
                                          <p:val>
                                            <p:strVal val="#ppt_y+.1"/>
                                          </p:val>
                                        </p:tav>
                                        <p:tav tm="100000">
                                          <p:val>
                                            <p:strVal val="#ppt_y"/>
                                          </p:val>
                                        </p:tav>
                                      </p:tavLst>
                                    </p:anim>
                                    <p:animEffect transition="in" filter="fade">
                                      <p:cBhvr>
                                        <p:cTn id="26" dur="1000" decel="50000">
                                          <p:stCondLst>
                                            <p:cond delay="0"/>
                                          </p:stCondLst>
                                        </p:cTn>
                                        <p:tgtEl>
                                          <p:spTgt spid="6144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5" presetClass="entr" presetSubtype="0" fill="hold" grpId="0" nodeType="clickEffect">
                                  <p:stCondLst>
                                    <p:cond delay="0"/>
                                  </p:stCondLst>
                                  <p:childTnLst>
                                    <p:set>
                                      <p:cBhvr>
                                        <p:cTn id="30" dur="1" fill="hold">
                                          <p:stCondLst>
                                            <p:cond delay="0"/>
                                          </p:stCondLst>
                                        </p:cTn>
                                        <p:tgtEl>
                                          <p:spTgt spid="61445">
                                            <p:txEl>
                                              <p:pRg st="1" end="1"/>
                                            </p:txEl>
                                          </p:spTgt>
                                        </p:tgtEl>
                                        <p:attrNameLst>
                                          <p:attrName>style.visibility</p:attrName>
                                        </p:attrNameLst>
                                      </p:cBhvr>
                                      <p:to>
                                        <p:strVal val="visible"/>
                                      </p:to>
                                    </p:set>
                                    <p:anim calcmode="lin" valueType="num">
                                      <p:cBhvr>
                                        <p:cTn id="31" dur="500" decel="50000" fill="hold">
                                          <p:stCondLst>
                                            <p:cond delay="0"/>
                                          </p:stCondLst>
                                        </p:cTn>
                                        <p:tgtEl>
                                          <p:spTgt spid="61445">
                                            <p:txEl>
                                              <p:pRg st="1" end="1"/>
                                            </p:txEl>
                                          </p:spTgt>
                                        </p:tgtEl>
                                        <p:attrNameLst>
                                          <p:attrName>style.rotation</p:attrName>
                                        </p:attrNameLst>
                                      </p:cBhvr>
                                      <p:tavLst>
                                        <p:tav tm="0">
                                          <p:val>
                                            <p:fltVal val="-90"/>
                                          </p:val>
                                        </p:tav>
                                        <p:tav tm="100000">
                                          <p:val>
                                            <p:fltVal val="0"/>
                                          </p:val>
                                        </p:tav>
                                      </p:tavLst>
                                    </p:anim>
                                    <p:anim calcmode="lin" valueType="num">
                                      <p:cBhvr>
                                        <p:cTn id="32" dur="500" decel="50000" fill="hold">
                                          <p:stCondLst>
                                            <p:cond delay="0"/>
                                          </p:stCondLst>
                                        </p:cTn>
                                        <p:tgtEl>
                                          <p:spTgt spid="61445">
                                            <p:txEl>
                                              <p:pRg st="1" end="1"/>
                                            </p:txEl>
                                          </p:spTgt>
                                        </p:tgtEl>
                                        <p:attrNameLst>
                                          <p:attrName>ppt_w</p:attrName>
                                        </p:attrNameLst>
                                      </p:cBhvr>
                                      <p:tavLst>
                                        <p:tav tm="0">
                                          <p:val>
                                            <p:strVal val="#ppt_w"/>
                                          </p:val>
                                        </p:tav>
                                        <p:tav tm="100000">
                                          <p:val>
                                            <p:strVal val="#ppt_w*.05"/>
                                          </p:val>
                                        </p:tav>
                                      </p:tavLst>
                                    </p:anim>
                                    <p:anim calcmode="lin" valueType="num">
                                      <p:cBhvr>
                                        <p:cTn id="33" dur="500" accel="50000" fill="hold">
                                          <p:stCondLst>
                                            <p:cond delay="500"/>
                                          </p:stCondLst>
                                        </p:cTn>
                                        <p:tgtEl>
                                          <p:spTgt spid="61445">
                                            <p:txEl>
                                              <p:pRg st="1" end="1"/>
                                            </p:txEl>
                                          </p:spTgt>
                                        </p:tgtEl>
                                        <p:attrNameLst>
                                          <p:attrName>ppt_w</p:attrName>
                                        </p:attrNameLst>
                                      </p:cBhvr>
                                      <p:tavLst>
                                        <p:tav tm="0">
                                          <p:val>
                                            <p:strVal val="#ppt_w*.05"/>
                                          </p:val>
                                        </p:tav>
                                        <p:tav tm="100000">
                                          <p:val>
                                            <p:strVal val="#ppt_w"/>
                                          </p:val>
                                        </p:tav>
                                      </p:tavLst>
                                    </p:anim>
                                    <p:anim calcmode="lin" valueType="num">
                                      <p:cBhvr>
                                        <p:cTn id="34" dur="1000" fill="hold"/>
                                        <p:tgtEl>
                                          <p:spTgt spid="61445">
                                            <p:txEl>
                                              <p:pRg st="1" end="1"/>
                                            </p:txEl>
                                          </p:spTgt>
                                        </p:tgtEl>
                                        <p:attrNameLst>
                                          <p:attrName>ppt_h</p:attrName>
                                        </p:attrNameLst>
                                      </p:cBhvr>
                                      <p:tavLst>
                                        <p:tav tm="0">
                                          <p:val>
                                            <p:strVal val="#ppt_h"/>
                                          </p:val>
                                        </p:tav>
                                        <p:tav tm="100000">
                                          <p:val>
                                            <p:strVal val="#ppt_h"/>
                                          </p:val>
                                        </p:tav>
                                      </p:tavLst>
                                    </p:anim>
                                    <p:anim calcmode="lin" valueType="num">
                                      <p:cBhvr>
                                        <p:cTn id="35" dur="500" decel="50000" fill="hold">
                                          <p:stCondLst>
                                            <p:cond delay="0"/>
                                          </p:stCondLst>
                                        </p:cTn>
                                        <p:tgtEl>
                                          <p:spTgt spid="61445">
                                            <p:txEl>
                                              <p:pRg st="1" end="1"/>
                                            </p:txEl>
                                          </p:spTgt>
                                        </p:tgtEl>
                                        <p:attrNameLst>
                                          <p:attrName>ppt_x</p:attrName>
                                        </p:attrNameLst>
                                      </p:cBhvr>
                                      <p:tavLst>
                                        <p:tav tm="0">
                                          <p:val>
                                            <p:strVal val="#ppt_x+.4"/>
                                          </p:val>
                                        </p:tav>
                                        <p:tav tm="100000">
                                          <p:val>
                                            <p:strVal val="#ppt_x"/>
                                          </p:val>
                                        </p:tav>
                                      </p:tavLst>
                                    </p:anim>
                                    <p:anim calcmode="lin" valueType="num">
                                      <p:cBhvr>
                                        <p:cTn id="36" dur="500" decel="50000" fill="hold">
                                          <p:stCondLst>
                                            <p:cond delay="0"/>
                                          </p:stCondLst>
                                        </p:cTn>
                                        <p:tgtEl>
                                          <p:spTgt spid="61445">
                                            <p:txEl>
                                              <p:pRg st="1" end="1"/>
                                            </p:txEl>
                                          </p:spTgt>
                                        </p:tgtEl>
                                        <p:attrNameLst>
                                          <p:attrName>ppt_y</p:attrName>
                                        </p:attrNameLst>
                                      </p:cBhvr>
                                      <p:tavLst>
                                        <p:tav tm="0">
                                          <p:val>
                                            <p:strVal val="#ppt_y-.2"/>
                                          </p:val>
                                        </p:tav>
                                        <p:tav tm="100000">
                                          <p:val>
                                            <p:strVal val="#ppt_y+.1"/>
                                          </p:val>
                                        </p:tav>
                                      </p:tavLst>
                                    </p:anim>
                                    <p:anim calcmode="lin" valueType="num">
                                      <p:cBhvr>
                                        <p:cTn id="37" dur="500" accel="50000" fill="hold">
                                          <p:stCondLst>
                                            <p:cond delay="500"/>
                                          </p:stCondLst>
                                        </p:cTn>
                                        <p:tgtEl>
                                          <p:spTgt spid="61445">
                                            <p:txEl>
                                              <p:pRg st="1" end="1"/>
                                            </p:txEl>
                                          </p:spTgt>
                                        </p:tgtEl>
                                        <p:attrNameLst>
                                          <p:attrName>ppt_y</p:attrName>
                                        </p:attrNameLst>
                                      </p:cBhvr>
                                      <p:tavLst>
                                        <p:tav tm="0">
                                          <p:val>
                                            <p:strVal val="#ppt_y+.1"/>
                                          </p:val>
                                        </p:tav>
                                        <p:tav tm="100000">
                                          <p:val>
                                            <p:strVal val="#ppt_y"/>
                                          </p:val>
                                        </p:tav>
                                      </p:tavLst>
                                    </p:anim>
                                    <p:animEffect transition="in" filter="fade">
                                      <p:cBhvr>
                                        <p:cTn id="38" dur="1000" decel="50000">
                                          <p:stCondLst>
                                            <p:cond delay="0"/>
                                          </p:stCondLst>
                                        </p:cTn>
                                        <p:tgtEl>
                                          <p:spTgt spid="61445">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5" presetClass="entr" presetSubtype="0" fill="hold" grpId="0" nodeType="clickEffect">
                                  <p:stCondLst>
                                    <p:cond delay="0"/>
                                  </p:stCondLst>
                                  <p:childTnLst>
                                    <p:set>
                                      <p:cBhvr>
                                        <p:cTn id="42" dur="1" fill="hold">
                                          <p:stCondLst>
                                            <p:cond delay="0"/>
                                          </p:stCondLst>
                                        </p:cTn>
                                        <p:tgtEl>
                                          <p:spTgt spid="61445">
                                            <p:txEl>
                                              <p:pRg st="3" end="3"/>
                                            </p:txEl>
                                          </p:spTgt>
                                        </p:tgtEl>
                                        <p:attrNameLst>
                                          <p:attrName>style.visibility</p:attrName>
                                        </p:attrNameLst>
                                      </p:cBhvr>
                                      <p:to>
                                        <p:strVal val="visible"/>
                                      </p:to>
                                    </p:set>
                                    <p:anim calcmode="lin" valueType="num">
                                      <p:cBhvr>
                                        <p:cTn id="43" dur="500" decel="50000" fill="hold">
                                          <p:stCondLst>
                                            <p:cond delay="0"/>
                                          </p:stCondLst>
                                        </p:cTn>
                                        <p:tgtEl>
                                          <p:spTgt spid="61445">
                                            <p:txEl>
                                              <p:pRg st="3" end="3"/>
                                            </p:txEl>
                                          </p:spTgt>
                                        </p:tgtEl>
                                        <p:attrNameLst>
                                          <p:attrName>style.rotation</p:attrName>
                                        </p:attrNameLst>
                                      </p:cBhvr>
                                      <p:tavLst>
                                        <p:tav tm="0">
                                          <p:val>
                                            <p:fltVal val="-90"/>
                                          </p:val>
                                        </p:tav>
                                        <p:tav tm="100000">
                                          <p:val>
                                            <p:fltVal val="0"/>
                                          </p:val>
                                        </p:tav>
                                      </p:tavLst>
                                    </p:anim>
                                    <p:anim calcmode="lin" valueType="num">
                                      <p:cBhvr>
                                        <p:cTn id="44" dur="500" decel="50000" fill="hold">
                                          <p:stCondLst>
                                            <p:cond delay="0"/>
                                          </p:stCondLst>
                                        </p:cTn>
                                        <p:tgtEl>
                                          <p:spTgt spid="61445">
                                            <p:txEl>
                                              <p:pRg st="3" end="3"/>
                                            </p:txEl>
                                          </p:spTgt>
                                        </p:tgtEl>
                                        <p:attrNameLst>
                                          <p:attrName>ppt_w</p:attrName>
                                        </p:attrNameLst>
                                      </p:cBhvr>
                                      <p:tavLst>
                                        <p:tav tm="0">
                                          <p:val>
                                            <p:strVal val="#ppt_w"/>
                                          </p:val>
                                        </p:tav>
                                        <p:tav tm="100000">
                                          <p:val>
                                            <p:strVal val="#ppt_w*.05"/>
                                          </p:val>
                                        </p:tav>
                                      </p:tavLst>
                                    </p:anim>
                                    <p:anim calcmode="lin" valueType="num">
                                      <p:cBhvr>
                                        <p:cTn id="45" dur="500" accel="50000" fill="hold">
                                          <p:stCondLst>
                                            <p:cond delay="500"/>
                                          </p:stCondLst>
                                        </p:cTn>
                                        <p:tgtEl>
                                          <p:spTgt spid="61445">
                                            <p:txEl>
                                              <p:pRg st="3" end="3"/>
                                            </p:txEl>
                                          </p:spTgt>
                                        </p:tgtEl>
                                        <p:attrNameLst>
                                          <p:attrName>ppt_w</p:attrName>
                                        </p:attrNameLst>
                                      </p:cBhvr>
                                      <p:tavLst>
                                        <p:tav tm="0">
                                          <p:val>
                                            <p:strVal val="#ppt_w*.05"/>
                                          </p:val>
                                        </p:tav>
                                        <p:tav tm="100000">
                                          <p:val>
                                            <p:strVal val="#ppt_w"/>
                                          </p:val>
                                        </p:tav>
                                      </p:tavLst>
                                    </p:anim>
                                    <p:anim calcmode="lin" valueType="num">
                                      <p:cBhvr>
                                        <p:cTn id="46" dur="1000" fill="hold"/>
                                        <p:tgtEl>
                                          <p:spTgt spid="61445">
                                            <p:txEl>
                                              <p:pRg st="3" end="3"/>
                                            </p:txEl>
                                          </p:spTgt>
                                        </p:tgtEl>
                                        <p:attrNameLst>
                                          <p:attrName>ppt_h</p:attrName>
                                        </p:attrNameLst>
                                      </p:cBhvr>
                                      <p:tavLst>
                                        <p:tav tm="0">
                                          <p:val>
                                            <p:strVal val="#ppt_h"/>
                                          </p:val>
                                        </p:tav>
                                        <p:tav tm="100000">
                                          <p:val>
                                            <p:strVal val="#ppt_h"/>
                                          </p:val>
                                        </p:tav>
                                      </p:tavLst>
                                    </p:anim>
                                    <p:anim calcmode="lin" valueType="num">
                                      <p:cBhvr>
                                        <p:cTn id="47" dur="500" decel="50000" fill="hold">
                                          <p:stCondLst>
                                            <p:cond delay="0"/>
                                          </p:stCondLst>
                                        </p:cTn>
                                        <p:tgtEl>
                                          <p:spTgt spid="61445">
                                            <p:txEl>
                                              <p:pRg st="3" end="3"/>
                                            </p:txEl>
                                          </p:spTgt>
                                        </p:tgtEl>
                                        <p:attrNameLst>
                                          <p:attrName>ppt_x</p:attrName>
                                        </p:attrNameLst>
                                      </p:cBhvr>
                                      <p:tavLst>
                                        <p:tav tm="0">
                                          <p:val>
                                            <p:strVal val="#ppt_x+.4"/>
                                          </p:val>
                                        </p:tav>
                                        <p:tav tm="100000">
                                          <p:val>
                                            <p:strVal val="#ppt_x"/>
                                          </p:val>
                                        </p:tav>
                                      </p:tavLst>
                                    </p:anim>
                                    <p:anim calcmode="lin" valueType="num">
                                      <p:cBhvr>
                                        <p:cTn id="48" dur="500" decel="50000" fill="hold">
                                          <p:stCondLst>
                                            <p:cond delay="0"/>
                                          </p:stCondLst>
                                        </p:cTn>
                                        <p:tgtEl>
                                          <p:spTgt spid="61445">
                                            <p:txEl>
                                              <p:pRg st="3" end="3"/>
                                            </p:txEl>
                                          </p:spTgt>
                                        </p:tgtEl>
                                        <p:attrNameLst>
                                          <p:attrName>ppt_y</p:attrName>
                                        </p:attrNameLst>
                                      </p:cBhvr>
                                      <p:tavLst>
                                        <p:tav tm="0">
                                          <p:val>
                                            <p:strVal val="#ppt_y-.2"/>
                                          </p:val>
                                        </p:tav>
                                        <p:tav tm="100000">
                                          <p:val>
                                            <p:strVal val="#ppt_y+.1"/>
                                          </p:val>
                                        </p:tav>
                                      </p:tavLst>
                                    </p:anim>
                                    <p:anim calcmode="lin" valueType="num">
                                      <p:cBhvr>
                                        <p:cTn id="49" dur="500" accel="50000" fill="hold">
                                          <p:stCondLst>
                                            <p:cond delay="500"/>
                                          </p:stCondLst>
                                        </p:cTn>
                                        <p:tgtEl>
                                          <p:spTgt spid="61445">
                                            <p:txEl>
                                              <p:pRg st="3" end="3"/>
                                            </p:txEl>
                                          </p:spTgt>
                                        </p:tgtEl>
                                        <p:attrNameLst>
                                          <p:attrName>ppt_y</p:attrName>
                                        </p:attrNameLst>
                                      </p:cBhvr>
                                      <p:tavLst>
                                        <p:tav tm="0">
                                          <p:val>
                                            <p:strVal val="#ppt_y+.1"/>
                                          </p:val>
                                        </p:tav>
                                        <p:tav tm="100000">
                                          <p:val>
                                            <p:strVal val="#ppt_y"/>
                                          </p:val>
                                        </p:tav>
                                      </p:tavLst>
                                    </p:anim>
                                    <p:animEffect transition="in" filter="fade">
                                      <p:cBhvr>
                                        <p:cTn id="50" dur="1000" decel="50000">
                                          <p:stCondLst>
                                            <p:cond delay="0"/>
                                          </p:stCondLst>
                                        </p:cTn>
                                        <p:tgtEl>
                                          <p:spTgt spid="61445">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5" presetClass="entr" presetSubtype="0" fill="hold" grpId="0" nodeType="clickEffect">
                                  <p:stCondLst>
                                    <p:cond delay="0"/>
                                  </p:stCondLst>
                                  <p:childTnLst>
                                    <p:set>
                                      <p:cBhvr>
                                        <p:cTn id="54" dur="1" fill="hold">
                                          <p:stCondLst>
                                            <p:cond delay="0"/>
                                          </p:stCondLst>
                                        </p:cTn>
                                        <p:tgtEl>
                                          <p:spTgt spid="61445">
                                            <p:txEl>
                                              <p:pRg st="5" end="5"/>
                                            </p:txEl>
                                          </p:spTgt>
                                        </p:tgtEl>
                                        <p:attrNameLst>
                                          <p:attrName>style.visibility</p:attrName>
                                        </p:attrNameLst>
                                      </p:cBhvr>
                                      <p:to>
                                        <p:strVal val="visible"/>
                                      </p:to>
                                    </p:set>
                                    <p:anim calcmode="lin" valueType="num">
                                      <p:cBhvr>
                                        <p:cTn id="55" dur="500" decel="50000" fill="hold">
                                          <p:stCondLst>
                                            <p:cond delay="0"/>
                                          </p:stCondLst>
                                        </p:cTn>
                                        <p:tgtEl>
                                          <p:spTgt spid="61445">
                                            <p:txEl>
                                              <p:pRg st="5" end="5"/>
                                            </p:txEl>
                                          </p:spTgt>
                                        </p:tgtEl>
                                        <p:attrNameLst>
                                          <p:attrName>style.rotation</p:attrName>
                                        </p:attrNameLst>
                                      </p:cBhvr>
                                      <p:tavLst>
                                        <p:tav tm="0">
                                          <p:val>
                                            <p:fltVal val="-90"/>
                                          </p:val>
                                        </p:tav>
                                        <p:tav tm="100000">
                                          <p:val>
                                            <p:fltVal val="0"/>
                                          </p:val>
                                        </p:tav>
                                      </p:tavLst>
                                    </p:anim>
                                    <p:anim calcmode="lin" valueType="num">
                                      <p:cBhvr>
                                        <p:cTn id="56" dur="500" decel="50000" fill="hold">
                                          <p:stCondLst>
                                            <p:cond delay="0"/>
                                          </p:stCondLst>
                                        </p:cTn>
                                        <p:tgtEl>
                                          <p:spTgt spid="61445">
                                            <p:txEl>
                                              <p:pRg st="5" end="5"/>
                                            </p:txEl>
                                          </p:spTgt>
                                        </p:tgtEl>
                                        <p:attrNameLst>
                                          <p:attrName>ppt_w</p:attrName>
                                        </p:attrNameLst>
                                      </p:cBhvr>
                                      <p:tavLst>
                                        <p:tav tm="0">
                                          <p:val>
                                            <p:strVal val="#ppt_w"/>
                                          </p:val>
                                        </p:tav>
                                        <p:tav tm="100000">
                                          <p:val>
                                            <p:strVal val="#ppt_w*.05"/>
                                          </p:val>
                                        </p:tav>
                                      </p:tavLst>
                                    </p:anim>
                                    <p:anim calcmode="lin" valueType="num">
                                      <p:cBhvr>
                                        <p:cTn id="57" dur="500" accel="50000" fill="hold">
                                          <p:stCondLst>
                                            <p:cond delay="500"/>
                                          </p:stCondLst>
                                        </p:cTn>
                                        <p:tgtEl>
                                          <p:spTgt spid="61445">
                                            <p:txEl>
                                              <p:pRg st="5" end="5"/>
                                            </p:txEl>
                                          </p:spTgt>
                                        </p:tgtEl>
                                        <p:attrNameLst>
                                          <p:attrName>ppt_w</p:attrName>
                                        </p:attrNameLst>
                                      </p:cBhvr>
                                      <p:tavLst>
                                        <p:tav tm="0">
                                          <p:val>
                                            <p:strVal val="#ppt_w*.05"/>
                                          </p:val>
                                        </p:tav>
                                        <p:tav tm="100000">
                                          <p:val>
                                            <p:strVal val="#ppt_w"/>
                                          </p:val>
                                        </p:tav>
                                      </p:tavLst>
                                    </p:anim>
                                    <p:anim calcmode="lin" valueType="num">
                                      <p:cBhvr>
                                        <p:cTn id="58" dur="1000" fill="hold"/>
                                        <p:tgtEl>
                                          <p:spTgt spid="61445">
                                            <p:txEl>
                                              <p:pRg st="5" end="5"/>
                                            </p:txEl>
                                          </p:spTgt>
                                        </p:tgtEl>
                                        <p:attrNameLst>
                                          <p:attrName>ppt_h</p:attrName>
                                        </p:attrNameLst>
                                      </p:cBhvr>
                                      <p:tavLst>
                                        <p:tav tm="0">
                                          <p:val>
                                            <p:strVal val="#ppt_h"/>
                                          </p:val>
                                        </p:tav>
                                        <p:tav tm="100000">
                                          <p:val>
                                            <p:strVal val="#ppt_h"/>
                                          </p:val>
                                        </p:tav>
                                      </p:tavLst>
                                    </p:anim>
                                    <p:anim calcmode="lin" valueType="num">
                                      <p:cBhvr>
                                        <p:cTn id="59" dur="500" decel="50000" fill="hold">
                                          <p:stCondLst>
                                            <p:cond delay="0"/>
                                          </p:stCondLst>
                                        </p:cTn>
                                        <p:tgtEl>
                                          <p:spTgt spid="61445">
                                            <p:txEl>
                                              <p:pRg st="5" end="5"/>
                                            </p:txEl>
                                          </p:spTgt>
                                        </p:tgtEl>
                                        <p:attrNameLst>
                                          <p:attrName>ppt_x</p:attrName>
                                        </p:attrNameLst>
                                      </p:cBhvr>
                                      <p:tavLst>
                                        <p:tav tm="0">
                                          <p:val>
                                            <p:strVal val="#ppt_x+.4"/>
                                          </p:val>
                                        </p:tav>
                                        <p:tav tm="100000">
                                          <p:val>
                                            <p:strVal val="#ppt_x"/>
                                          </p:val>
                                        </p:tav>
                                      </p:tavLst>
                                    </p:anim>
                                    <p:anim calcmode="lin" valueType="num">
                                      <p:cBhvr>
                                        <p:cTn id="60" dur="500" decel="50000" fill="hold">
                                          <p:stCondLst>
                                            <p:cond delay="0"/>
                                          </p:stCondLst>
                                        </p:cTn>
                                        <p:tgtEl>
                                          <p:spTgt spid="61445">
                                            <p:txEl>
                                              <p:pRg st="5" end="5"/>
                                            </p:txEl>
                                          </p:spTgt>
                                        </p:tgtEl>
                                        <p:attrNameLst>
                                          <p:attrName>ppt_y</p:attrName>
                                        </p:attrNameLst>
                                      </p:cBhvr>
                                      <p:tavLst>
                                        <p:tav tm="0">
                                          <p:val>
                                            <p:strVal val="#ppt_y-.2"/>
                                          </p:val>
                                        </p:tav>
                                        <p:tav tm="100000">
                                          <p:val>
                                            <p:strVal val="#ppt_y+.1"/>
                                          </p:val>
                                        </p:tav>
                                      </p:tavLst>
                                    </p:anim>
                                    <p:anim calcmode="lin" valueType="num">
                                      <p:cBhvr>
                                        <p:cTn id="61" dur="500" accel="50000" fill="hold">
                                          <p:stCondLst>
                                            <p:cond delay="500"/>
                                          </p:stCondLst>
                                        </p:cTn>
                                        <p:tgtEl>
                                          <p:spTgt spid="61445">
                                            <p:txEl>
                                              <p:pRg st="5" end="5"/>
                                            </p:txEl>
                                          </p:spTgt>
                                        </p:tgtEl>
                                        <p:attrNameLst>
                                          <p:attrName>ppt_y</p:attrName>
                                        </p:attrNameLst>
                                      </p:cBhvr>
                                      <p:tavLst>
                                        <p:tav tm="0">
                                          <p:val>
                                            <p:strVal val="#ppt_y+.1"/>
                                          </p:val>
                                        </p:tav>
                                        <p:tav tm="100000">
                                          <p:val>
                                            <p:strVal val="#ppt_y"/>
                                          </p:val>
                                        </p:tav>
                                      </p:tavLst>
                                    </p:anim>
                                    <p:animEffect transition="in" filter="fade">
                                      <p:cBhvr>
                                        <p:cTn id="62" dur="1000" decel="50000">
                                          <p:stCondLst>
                                            <p:cond delay="0"/>
                                          </p:stCondLst>
                                        </p:cTn>
                                        <p:tgtEl>
                                          <p:spTgt spid="61445">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5" presetClass="entr" presetSubtype="0" fill="hold" grpId="0" nodeType="clickEffect">
                                  <p:stCondLst>
                                    <p:cond delay="0"/>
                                  </p:stCondLst>
                                  <p:childTnLst>
                                    <p:set>
                                      <p:cBhvr>
                                        <p:cTn id="66" dur="1" fill="hold">
                                          <p:stCondLst>
                                            <p:cond delay="0"/>
                                          </p:stCondLst>
                                        </p:cTn>
                                        <p:tgtEl>
                                          <p:spTgt spid="61445">
                                            <p:txEl>
                                              <p:pRg st="6" end="6"/>
                                            </p:txEl>
                                          </p:spTgt>
                                        </p:tgtEl>
                                        <p:attrNameLst>
                                          <p:attrName>style.visibility</p:attrName>
                                        </p:attrNameLst>
                                      </p:cBhvr>
                                      <p:to>
                                        <p:strVal val="visible"/>
                                      </p:to>
                                    </p:set>
                                    <p:anim calcmode="lin" valueType="num">
                                      <p:cBhvr>
                                        <p:cTn id="67" dur="500" decel="50000" fill="hold">
                                          <p:stCondLst>
                                            <p:cond delay="0"/>
                                          </p:stCondLst>
                                        </p:cTn>
                                        <p:tgtEl>
                                          <p:spTgt spid="61445">
                                            <p:txEl>
                                              <p:pRg st="6" end="6"/>
                                            </p:txEl>
                                          </p:spTgt>
                                        </p:tgtEl>
                                        <p:attrNameLst>
                                          <p:attrName>style.rotation</p:attrName>
                                        </p:attrNameLst>
                                      </p:cBhvr>
                                      <p:tavLst>
                                        <p:tav tm="0">
                                          <p:val>
                                            <p:fltVal val="-90"/>
                                          </p:val>
                                        </p:tav>
                                        <p:tav tm="100000">
                                          <p:val>
                                            <p:fltVal val="0"/>
                                          </p:val>
                                        </p:tav>
                                      </p:tavLst>
                                    </p:anim>
                                    <p:anim calcmode="lin" valueType="num">
                                      <p:cBhvr>
                                        <p:cTn id="68" dur="500" decel="50000" fill="hold">
                                          <p:stCondLst>
                                            <p:cond delay="0"/>
                                          </p:stCondLst>
                                        </p:cTn>
                                        <p:tgtEl>
                                          <p:spTgt spid="61445">
                                            <p:txEl>
                                              <p:pRg st="6" end="6"/>
                                            </p:txEl>
                                          </p:spTgt>
                                        </p:tgtEl>
                                        <p:attrNameLst>
                                          <p:attrName>ppt_w</p:attrName>
                                        </p:attrNameLst>
                                      </p:cBhvr>
                                      <p:tavLst>
                                        <p:tav tm="0">
                                          <p:val>
                                            <p:strVal val="#ppt_w"/>
                                          </p:val>
                                        </p:tav>
                                        <p:tav tm="100000">
                                          <p:val>
                                            <p:strVal val="#ppt_w*.05"/>
                                          </p:val>
                                        </p:tav>
                                      </p:tavLst>
                                    </p:anim>
                                    <p:anim calcmode="lin" valueType="num">
                                      <p:cBhvr>
                                        <p:cTn id="69" dur="500" accel="50000" fill="hold">
                                          <p:stCondLst>
                                            <p:cond delay="500"/>
                                          </p:stCondLst>
                                        </p:cTn>
                                        <p:tgtEl>
                                          <p:spTgt spid="61445">
                                            <p:txEl>
                                              <p:pRg st="6" end="6"/>
                                            </p:txEl>
                                          </p:spTgt>
                                        </p:tgtEl>
                                        <p:attrNameLst>
                                          <p:attrName>ppt_w</p:attrName>
                                        </p:attrNameLst>
                                      </p:cBhvr>
                                      <p:tavLst>
                                        <p:tav tm="0">
                                          <p:val>
                                            <p:strVal val="#ppt_w*.05"/>
                                          </p:val>
                                        </p:tav>
                                        <p:tav tm="100000">
                                          <p:val>
                                            <p:strVal val="#ppt_w"/>
                                          </p:val>
                                        </p:tav>
                                      </p:tavLst>
                                    </p:anim>
                                    <p:anim calcmode="lin" valueType="num">
                                      <p:cBhvr>
                                        <p:cTn id="70" dur="1000" fill="hold"/>
                                        <p:tgtEl>
                                          <p:spTgt spid="61445">
                                            <p:txEl>
                                              <p:pRg st="6" end="6"/>
                                            </p:txEl>
                                          </p:spTgt>
                                        </p:tgtEl>
                                        <p:attrNameLst>
                                          <p:attrName>ppt_h</p:attrName>
                                        </p:attrNameLst>
                                      </p:cBhvr>
                                      <p:tavLst>
                                        <p:tav tm="0">
                                          <p:val>
                                            <p:strVal val="#ppt_h"/>
                                          </p:val>
                                        </p:tav>
                                        <p:tav tm="100000">
                                          <p:val>
                                            <p:strVal val="#ppt_h"/>
                                          </p:val>
                                        </p:tav>
                                      </p:tavLst>
                                    </p:anim>
                                    <p:anim calcmode="lin" valueType="num">
                                      <p:cBhvr>
                                        <p:cTn id="71" dur="500" decel="50000" fill="hold">
                                          <p:stCondLst>
                                            <p:cond delay="0"/>
                                          </p:stCondLst>
                                        </p:cTn>
                                        <p:tgtEl>
                                          <p:spTgt spid="61445">
                                            <p:txEl>
                                              <p:pRg st="6" end="6"/>
                                            </p:txEl>
                                          </p:spTgt>
                                        </p:tgtEl>
                                        <p:attrNameLst>
                                          <p:attrName>ppt_x</p:attrName>
                                        </p:attrNameLst>
                                      </p:cBhvr>
                                      <p:tavLst>
                                        <p:tav tm="0">
                                          <p:val>
                                            <p:strVal val="#ppt_x+.4"/>
                                          </p:val>
                                        </p:tav>
                                        <p:tav tm="100000">
                                          <p:val>
                                            <p:strVal val="#ppt_x"/>
                                          </p:val>
                                        </p:tav>
                                      </p:tavLst>
                                    </p:anim>
                                    <p:anim calcmode="lin" valueType="num">
                                      <p:cBhvr>
                                        <p:cTn id="72" dur="500" decel="50000" fill="hold">
                                          <p:stCondLst>
                                            <p:cond delay="0"/>
                                          </p:stCondLst>
                                        </p:cTn>
                                        <p:tgtEl>
                                          <p:spTgt spid="61445">
                                            <p:txEl>
                                              <p:pRg st="6" end="6"/>
                                            </p:txEl>
                                          </p:spTgt>
                                        </p:tgtEl>
                                        <p:attrNameLst>
                                          <p:attrName>ppt_y</p:attrName>
                                        </p:attrNameLst>
                                      </p:cBhvr>
                                      <p:tavLst>
                                        <p:tav tm="0">
                                          <p:val>
                                            <p:strVal val="#ppt_y-.2"/>
                                          </p:val>
                                        </p:tav>
                                        <p:tav tm="100000">
                                          <p:val>
                                            <p:strVal val="#ppt_y+.1"/>
                                          </p:val>
                                        </p:tav>
                                      </p:tavLst>
                                    </p:anim>
                                    <p:anim calcmode="lin" valueType="num">
                                      <p:cBhvr>
                                        <p:cTn id="73" dur="500" accel="50000" fill="hold">
                                          <p:stCondLst>
                                            <p:cond delay="500"/>
                                          </p:stCondLst>
                                        </p:cTn>
                                        <p:tgtEl>
                                          <p:spTgt spid="61445">
                                            <p:txEl>
                                              <p:pRg st="6" end="6"/>
                                            </p:txEl>
                                          </p:spTgt>
                                        </p:tgtEl>
                                        <p:attrNameLst>
                                          <p:attrName>ppt_y</p:attrName>
                                        </p:attrNameLst>
                                      </p:cBhvr>
                                      <p:tavLst>
                                        <p:tav tm="0">
                                          <p:val>
                                            <p:strVal val="#ppt_y+.1"/>
                                          </p:val>
                                        </p:tav>
                                        <p:tav tm="100000">
                                          <p:val>
                                            <p:strVal val="#ppt_y"/>
                                          </p:val>
                                        </p:tav>
                                      </p:tavLst>
                                    </p:anim>
                                    <p:animEffect transition="in" filter="fade">
                                      <p:cBhvr>
                                        <p:cTn id="74" dur="1000" decel="50000">
                                          <p:stCondLst>
                                            <p:cond delay="0"/>
                                          </p:stCondLst>
                                        </p:cTn>
                                        <p:tgtEl>
                                          <p:spTgt spid="61445">
                                            <p:txEl>
                                              <p:pRg st="6" end="6"/>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5" presetClass="entr" presetSubtype="0" fill="hold" grpId="0" nodeType="clickEffect">
                                  <p:stCondLst>
                                    <p:cond delay="0"/>
                                  </p:stCondLst>
                                  <p:childTnLst>
                                    <p:set>
                                      <p:cBhvr>
                                        <p:cTn id="78" dur="1" fill="hold">
                                          <p:stCondLst>
                                            <p:cond delay="0"/>
                                          </p:stCondLst>
                                        </p:cTn>
                                        <p:tgtEl>
                                          <p:spTgt spid="61445">
                                            <p:txEl>
                                              <p:pRg st="7" end="7"/>
                                            </p:txEl>
                                          </p:spTgt>
                                        </p:tgtEl>
                                        <p:attrNameLst>
                                          <p:attrName>style.visibility</p:attrName>
                                        </p:attrNameLst>
                                      </p:cBhvr>
                                      <p:to>
                                        <p:strVal val="visible"/>
                                      </p:to>
                                    </p:set>
                                    <p:anim calcmode="lin" valueType="num">
                                      <p:cBhvr>
                                        <p:cTn id="79" dur="500" decel="50000" fill="hold">
                                          <p:stCondLst>
                                            <p:cond delay="0"/>
                                          </p:stCondLst>
                                        </p:cTn>
                                        <p:tgtEl>
                                          <p:spTgt spid="61445">
                                            <p:txEl>
                                              <p:pRg st="7" end="7"/>
                                            </p:txEl>
                                          </p:spTgt>
                                        </p:tgtEl>
                                        <p:attrNameLst>
                                          <p:attrName>style.rotation</p:attrName>
                                        </p:attrNameLst>
                                      </p:cBhvr>
                                      <p:tavLst>
                                        <p:tav tm="0">
                                          <p:val>
                                            <p:fltVal val="-90"/>
                                          </p:val>
                                        </p:tav>
                                        <p:tav tm="100000">
                                          <p:val>
                                            <p:fltVal val="0"/>
                                          </p:val>
                                        </p:tav>
                                      </p:tavLst>
                                    </p:anim>
                                    <p:anim calcmode="lin" valueType="num">
                                      <p:cBhvr>
                                        <p:cTn id="80" dur="500" decel="50000" fill="hold">
                                          <p:stCondLst>
                                            <p:cond delay="0"/>
                                          </p:stCondLst>
                                        </p:cTn>
                                        <p:tgtEl>
                                          <p:spTgt spid="61445">
                                            <p:txEl>
                                              <p:pRg st="7" end="7"/>
                                            </p:txEl>
                                          </p:spTgt>
                                        </p:tgtEl>
                                        <p:attrNameLst>
                                          <p:attrName>ppt_w</p:attrName>
                                        </p:attrNameLst>
                                      </p:cBhvr>
                                      <p:tavLst>
                                        <p:tav tm="0">
                                          <p:val>
                                            <p:strVal val="#ppt_w"/>
                                          </p:val>
                                        </p:tav>
                                        <p:tav tm="100000">
                                          <p:val>
                                            <p:strVal val="#ppt_w*.05"/>
                                          </p:val>
                                        </p:tav>
                                      </p:tavLst>
                                    </p:anim>
                                    <p:anim calcmode="lin" valueType="num">
                                      <p:cBhvr>
                                        <p:cTn id="81" dur="500" accel="50000" fill="hold">
                                          <p:stCondLst>
                                            <p:cond delay="500"/>
                                          </p:stCondLst>
                                        </p:cTn>
                                        <p:tgtEl>
                                          <p:spTgt spid="61445">
                                            <p:txEl>
                                              <p:pRg st="7" end="7"/>
                                            </p:txEl>
                                          </p:spTgt>
                                        </p:tgtEl>
                                        <p:attrNameLst>
                                          <p:attrName>ppt_w</p:attrName>
                                        </p:attrNameLst>
                                      </p:cBhvr>
                                      <p:tavLst>
                                        <p:tav tm="0">
                                          <p:val>
                                            <p:strVal val="#ppt_w*.05"/>
                                          </p:val>
                                        </p:tav>
                                        <p:tav tm="100000">
                                          <p:val>
                                            <p:strVal val="#ppt_w"/>
                                          </p:val>
                                        </p:tav>
                                      </p:tavLst>
                                    </p:anim>
                                    <p:anim calcmode="lin" valueType="num">
                                      <p:cBhvr>
                                        <p:cTn id="82" dur="1000" fill="hold"/>
                                        <p:tgtEl>
                                          <p:spTgt spid="61445">
                                            <p:txEl>
                                              <p:pRg st="7" end="7"/>
                                            </p:txEl>
                                          </p:spTgt>
                                        </p:tgtEl>
                                        <p:attrNameLst>
                                          <p:attrName>ppt_h</p:attrName>
                                        </p:attrNameLst>
                                      </p:cBhvr>
                                      <p:tavLst>
                                        <p:tav tm="0">
                                          <p:val>
                                            <p:strVal val="#ppt_h"/>
                                          </p:val>
                                        </p:tav>
                                        <p:tav tm="100000">
                                          <p:val>
                                            <p:strVal val="#ppt_h"/>
                                          </p:val>
                                        </p:tav>
                                      </p:tavLst>
                                    </p:anim>
                                    <p:anim calcmode="lin" valueType="num">
                                      <p:cBhvr>
                                        <p:cTn id="83" dur="500" decel="50000" fill="hold">
                                          <p:stCondLst>
                                            <p:cond delay="0"/>
                                          </p:stCondLst>
                                        </p:cTn>
                                        <p:tgtEl>
                                          <p:spTgt spid="61445">
                                            <p:txEl>
                                              <p:pRg st="7" end="7"/>
                                            </p:txEl>
                                          </p:spTgt>
                                        </p:tgtEl>
                                        <p:attrNameLst>
                                          <p:attrName>ppt_x</p:attrName>
                                        </p:attrNameLst>
                                      </p:cBhvr>
                                      <p:tavLst>
                                        <p:tav tm="0">
                                          <p:val>
                                            <p:strVal val="#ppt_x+.4"/>
                                          </p:val>
                                        </p:tav>
                                        <p:tav tm="100000">
                                          <p:val>
                                            <p:strVal val="#ppt_x"/>
                                          </p:val>
                                        </p:tav>
                                      </p:tavLst>
                                    </p:anim>
                                    <p:anim calcmode="lin" valueType="num">
                                      <p:cBhvr>
                                        <p:cTn id="84" dur="500" decel="50000" fill="hold">
                                          <p:stCondLst>
                                            <p:cond delay="0"/>
                                          </p:stCondLst>
                                        </p:cTn>
                                        <p:tgtEl>
                                          <p:spTgt spid="61445">
                                            <p:txEl>
                                              <p:pRg st="7" end="7"/>
                                            </p:txEl>
                                          </p:spTgt>
                                        </p:tgtEl>
                                        <p:attrNameLst>
                                          <p:attrName>ppt_y</p:attrName>
                                        </p:attrNameLst>
                                      </p:cBhvr>
                                      <p:tavLst>
                                        <p:tav tm="0">
                                          <p:val>
                                            <p:strVal val="#ppt_y-.2"/>
                                          </p:val>
                                        </p:tav>
                                        <p:tav tm="100000">
                                          <p:val>
                                            <p:strVal val="#ppt_y+.1"/>
                                          </p:val>
                                        </p:tav>
                                      </p:tavLst>
                                    </p:anim>
                                    <p:anim calcmode="lin" valueType="num">
                                      <p:cBhvr>
                                        <p:cTn id="85" dur="500" accel="50000" fill="hold">
                                          <p:stCondLst>
                                            <p:cond delay="500"/>
                                          </p:stCondLst>
                                        </p:cTn>
                                        <p:tgtEl>
                                          <p:spTgt spid="61445">
                                            <p:txEl>
                                              <p:pRg st="7" end="7"/>
                                            </p:txEl>
                                          </p:spTgt>
                                        </p:tgtEl>
                                        <p:attrNameLst>
                                          <p:attrName>ppt_y</p:attrName>
                                        </p:attrNameLst>
                                      </p:cBhvr>
                                      <p:tavLst>
                                        <p:tav tm="0">
                                          <p:val>
                                            <p:strVal val="#ppt_y+.1"/>
                                          </p:val>
                                        </p:tav>
                                        <p:tav tm="100000">
                                          <p:val>
                                            <p:strVal val="#ppt_y"/>
                                          </p:val>
                                        </p:tav>
                                      </p:tavLst>
                                    </p:anim>
                                    <p:animEffect transition="in" filter="fade">
                                      <p:cBhvr>
                                        <p:cTn id="86" dur="1000" decel="50000">
                                          <p:stCondLst>
                                            <p:cond delay="0"/>
                                          </p:stCondLst>
                                        </p:cTn>
                                        <p:tgtEl>
                                          <p:spTgt spid="61445">
                                            <p:txEl>
                                              <p:pRg st="7" end="7"/>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5" presetClass="entr" presetSubtype="0" fill="hold" grpId="0" nodeType="clickEffect">
                                  <p:stCondLst>
                                    <p:cond delay="0"/>
                                  </p:stCondLst>
                                  <p:childTnLst>
                                    <p:set>
                                      <p:cBhvr>
                                        <p:cTn id="90" dur="1" fill="hold">
                                          <p:stCondLst>
                                            <p:cond delay="0"/>
                                          </p:stCondLst>
                                        </p:cTn>
                                        <p:tgtEl>
                                          <p:spTgt spid="61445">
                                            <p:txEl>
                                              <p:pRg st="9" end="9"/>
                                            </p:txEl>
                                          </p:spTgt>
                                        </p:tgtEl>
                                        <p:attrNameLst>
                                          <p:attrName>style.visibility</p:attrName>
                                        </p:attrNameLst>
                                      </p:cBhvr>
                                      <p:to>
                                        <p:strVal val="visible"/>
                                      </p:to>
                                    </p:set>
                                    <p:anim calcmode="lin" valueType="num">
                                      <p:cBhvr>
                                        <p:cTn id="91" dur="500" decel="50000" fill="hold">
                                          <p:stCondLst>
                                            <p:cond delay="0"/>
                                          </p:stCondLst>
                                        </p:cTn>
                                        <p:tgtEl>
                                          <p:spTgt spid="61445">
                                            <p:txEl>
                                              <p:pRg st="9" end="9"/>
                                            </p:txEl>
                                          </p:spTgt>
                                        </p:tgtEl>
                                        <p:attrNameLst>
                                          <p:attrName>style.rotation</p:attrName>
                                        </p:attrNameLst>
                                      </p:cBhvr>
                                      <p:tavLst>
                                        <p:tav tm="0">
                                          <p:val>
                                            <p:fltVal val="-90"/>
                                          </p:val>
                                        </p:tav>
                                        <p:tav tm="100000">
                                          <p:val>
                                            <p:fltVal val="0"/>
                                          </p:val>
                                        </p:tav>
                                      </p:tavLst>
                                    </p:anim>
                                    <p:anim calcmode="lin" valueType="num">
                                      <p:cBhvr>
                                        <p:cTn id="92" dur="500" decel="50000" fill="hold">
                                          <p:stCondLst>
                                            <p:cond delay="0"/>
                                          </p:stCondLst>
                                        </p:cTn>
                                        <p:tgtEl>
                                          <p:spTgt spid="61445">
                                            <p:txEl>
                                              <p:pRg st="9" end="9"/>
                                            </p:txEl>
                                          </p:spTgt>
                                        </p:tgtEl>
                                        <p:attrNameLst>
                                          <p:attrName>ppt_w</p:attrName>
                                        </p:attrNameLst>
                                      </p:cBhvr>
                                      <p:tavLst>
                                        <p:tav tm="0">
                                          <p:val>
                                            <p:strVal val="#ppt_w"/>
                                          </p:val>
                                        </p:tav>
                                        <p:tav tm="100000">
                                          <p:val>
                                            <p:strVal val="#ppt_w*.05"/>
                                          </p:val>
                                        </p:tav>
                                      </p:tavLst>
                                    </p:anim>
                                    <p:anim calcmode="lin" valueType="num">
                                      <p:cBhvr>
                                        <p:cTn id="93" dur="500" accel="50000" fill="hold">
                                          <p:stCondLst>
                                            <p:cond delay="500"/>
                                          </p:stCondLst>
                                        </p:cTn>
                                        <p:tgtEl>
                                          <p:spTgt spid="61445">
                                            <p:txEl>
                                              <p:pRg st="9" end="9"/>
                                            </p:txEl>
                                          </p:spTgt>
                                        </p:tgtEl>
                                        <p:attrNameLst>
                                          <p:attrName>ppt_w</p:attrName>
                                        </p:attrNameLst>
                                      </p:cBhvr>
                                      <p:tavLst>
                                        <p:tav tm="0">
                                          <p:val>
                                            <p:strVal val="#ppt_w*.05"/>
                                          </p:val>
                                        </p:tav>
                                        <p:tav tm="100000">
                                          <p:val>
                                            <p:strVal val="#ppt_w"/>
                                          </p:val>
                                        </p:tav>
                                      </p:tavLst>
                                    </p:anim>
                                    <p:anim calcmode="lin" valueType="num">
                                      <p:cBhvr>
                                        <p:cTn id="94" dur="1000" fill="hold"/>
                                        <p:tgtEl>
                                          <p:spTgt spid="61445">
                                            <p:txEl>
                                              <p:pRg st="9" end="9"/>
                                            </p:txEl>
                                          </p:spTgt>
                                        </p:tgtEl>
                                        <p:attrNameLst>
                                          <p:attrName>ppt_h</p:attrName>
                                        </p:attrNameLst>
                                      </p:cBhvr>
                                      <p:tavLst>
                                        <p:tav tm="0">
                                          <p:val>
                                            <p:strVal val="#ppt_h"/>
                                          </p:val>
                                        </p:tav>
                                        <p:tav tm="100000">
                                          <p:val>
                                            <p:strVal val="#ppt_h"/>
                                          </p:val>
                                        </p:tav>
                                      </p:tavLst>
                                    </p:anim>
                                    <p:anim calcmode="lin" valueType="num">
                                      <p:cBhvr>
                                        <p:cTn id="95" dur="500" decel="50000" fill="hold">
                                          <p:stCondLst>
                                            <p:cond delay="0"/>
                                          </p:stCondLst>
                                        </p:cTn>
                                        <p:tgtEl>
                                          <p:spTgt spid="61445">
                                            <p:txEl>
                                              <p:pRg st="9" end="9"/>
                                            </p:txEl>
                                          </p:spTgt>
                                        </p:tgtEl>
                                        <p:attrNameLst>
                                          <p:attrName>ppt_x</p:attrName>
                                        </p:attrNameLst>
                                      </p:cBhvr>
                                      <p:tavLst>
                                        <p:tav tm="0">
                                          <p:val>
                                            <p:strVal val="#ppt_x+.4"/>
                                          </p:val>
                                        </p:tav>
                                        <p:tav tm="100000">
                                          <p:val>
                                            <p:strVal val="#ppt_x"/>
                                          </p:val>
                                        </p:tav>
                                      </p:tavLst>
                                    </p:anim>
                                    <p:anim calcmode="lin" valueType="num">
                                      <p:cBhvr>
                                        <p:cTn id="96" dur="500" decel="50000" fill="hold">
                                          <p:stCondLst>
                                            <p:cond delay="0"/>
                                          </p:stCondLst>
                                        </p:cTn>
                                        <p:tgtEl>
                                          <p:spTgt spid="61445">
                                            <p:txEl>
                                              <p:pRg st="9" end="9"/>
                                            </p:txEl>
                                          </p:spTgt>
                                        </p:tgtEl>
                                        <p:attrNameLst>
                                          <p:attrName>ppt_y</p:attrName>
                                        </p:attrNameLst>
                                      </p:cBhvr>
                                      <p:tavLst>
                                        <p:tav tm="0">
                                          <p:val>
                                            <p:strVal val="#ppt_y-.2"/>
                                          </p:val>
                                        </p:tav>
                                        <p:tav tm="100000">
                                          <p:val>
                                            <p:strVal val="#ppt_y+.1"/>
                                          </p:val>
                                        </p:tav>
                                      </p:tavLst>
                                    </p:anim>
                                    <p:anim calcmode="lin" valueType="num">
                                      <p:cBhvr>
                                        <p:cTn id="97" dur="500" accel="50000" fill="hold">
                                          <p:stCondLst>
                                            <p:cond delay="500"/>
                                          </p:stCondLst>
                                        </p:cTn>
                                        <p:tgtEl>
                                          <p:spTgt spid="61445">
                                            <p:txEl>
                                              <p:pRg st="9" end="9"/>
                                            </p:txEl>
                                          </p:spTgt>
                                        </p:tgtEl>
                                        <p:attrNameLst>
                                          <p:attrName>ppt_y</p:attrName>
                                        </p:attrNameLst>
                                      </p:cBhvr>
                                      <p:tavLst>
                                        <p:tav tm="0">
                                          <p:val>
                                            <p:strVal val="#ppt_y+.1"/>
                                          </p:val>
                                        </p:tav>
                                        <p:tav tm="100000">
                                          <p:val>
                                            <p:strVal val="#ppt_y"/>
                                          </p:val>
                                        </p:tav>
                                      </p:tavLst>
                                    </p:anim>
                                    <p:animEffect transition="in" filter="fade">
                                      <p:cBhvr>
                                        <p:cTn id="98" dur="1000" decel="50000">
                                          <p:stCondLst>
                                            <p:cond delay="0"/>
                                          </p:stCondLst>
                                        </p:cTn>
                                        <p:tgtEl>
                                          <p:spTgt spid="61445">
                                            <p:txEl>
                                              <p:pRg st="9" end="9"/>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5" presetClass="entr" presetSubtype="0" fill="hold" grpId="0" nodeType="clickEffect">
                                  <p:stCondLst>
                                    <p:cond delay="0"/>
                                  </p:stCondLst>
                                  <p:childTnLst>
                                    <p:set>
                                      <p:cBhvr>
                                        <p:cTn id="102" dur="1" fill="hold">
                                          <p:stCondLst>
                                            <p:cond delay="0"/>
                                          </p:stCondLst>
                                        </p:cTn>
                                        <p:tgtEl>
                                          <p:spTgt spid="61445">
                                            <p:txEl>
                                              <p:pRg st="11" end="11"/>
                                            </p:txEl>
                                          </p:spTgt>
                                        </p:tgtEl>
                                        <p:attrNameLst>
                                          <p:attrName>style.visibility</p:attrName>
                                        </p:attrNameLst>
                                      </p:cBhvr>
                                      <p:to>
                                        <p:strVal val="visible"/>
                                      </p:to>
                                    </p:set>
                                    <p:anim calcmode="lin" valueType="num">
                                      <p:cBhvr>
                                        <p:cTn id="103" dur="500" decel="50000" fill="hold">
                                          <p:stCondLst>
                                            <p:cond delay="0"/>
                                          </p:stCondLst>
                                        </p:cTn>
                                        <p:tgtEl>
                                          <p:spTgt spid="61445">
                                            <p:txEl>
                                              <p:pRg st="11" end="11"/>
                                            </p:txEl>
                                          </p:spTgt>
                                        </p:tgtEl>
                                        <p:attrNameLst>
                                          <p:attrName>style.rotation</p:attrName>
                                        </p:attrNameLst>
                                      </p:cBhvr>
                                      <p:tavLst>
                                        <p:tav tm="0">
                                          <p:val>
                                            <p:fltVal val="-90"/>
                                          </p:val>
                                        </p:tav>
                                        <p:tav tm="100000">
                                          <p:val>
                                            <p:fltVal val="0"/>
                                          </p:val>
                                        </p:tav>
                                      </p:tavLst>
                                    </p:anim>
                                    <p:anim calcmode="lin" valueType="num">
                                      <p:cBhvr>
                                        <p:cTn id="104" dur="500" decel="50000" fill="hold">
                                          <p:stCondLst>
                                            <p:cond delay="0"/>
                                          </p:stCondLst>
                                        </p:cTn>
                                        <p:tgtEl>
                                          <p:spTgt spid="61445">
                                            <p:txEl>
                                              <p:pRg st="11" end="11"/>
                                            </p:txEl>
                                          </p:spTgt>
                                        </p:tgtEl>
                                        <p:attrNameLst>
                                          <p:attrName>ppt_w</p:attrName>
                                        </p:attrNameLst>
                                      </p:cBhvr>
                                      <p:tavLst>
                                        <p:tav tm="0">
                                          <p:val>
                                            <p:strVal val="#ppt_w"/>
                                          </p:val>
                                        </p:tav>
                                        <p:tav tm="100000">
                                          <p:val>
                                            <p:strVal val="#ppt_w*.05"/>
                                          </p:val>
                                        </p:tav>
                                      </p:tavLst>
                                    </p:anim>
                                    <p:anim calcmode="lin" valueType="num">
                                      <p:cBhvr>
                                        <p:cTn id="105" dur="500" accel="50000" fill="hold">
                                          <p:stCondLst>
                                            <p:cond delay="500"/>
                                          </p:stCondLst>
                                        </p:cTn>
                                        <p:tgtEl>
                                          <p:spTgt spid="61445">
                                            <p:txEl>
                                              <p:pRg st="11" end="11"/>
                                            </p:txEl>
                                          </p:spTgt>
                                        </p:tgtEl>
                                        <p:attrNameLst>
                                          <p:attrName>ppt_w</p:attrName>
                                        </p:attrNameLst>
                                      </p:cBhvr>
                                      <p:tavLst>
                                        <p:tav tm="0">
                                          <p:val>
                                            <p:strVal val="#ppt_w*.05"/>
                                          </p:val>
                                        </p:tav>
                                        <p:tav tm="100000">
                                          <p:val>
                                            <p:strVal val="#ppt_w"/>
                                          </p:val>
                                        </p:tav>
                                      </p:tavLst>
                                    </p:anim>
                                    <p:anim calcmode="lin" valueType="num">
                                      <p:cBhvr>
                                        <p:cTn id="106" dur="1000" fill="hold"/>
                                        <p:tgtEl>
                                          <p:spTgt spid="61445">
                                            <p:txEl>
                                              <p:pRg st="11" end="11"/>
                                            </p:txEl>
                                          </p:spTgt>
                                        </p:tgtEl>
                                        <p:attrNameLst>
                                          <p:attrName>ppt_h</p:attrName>
                                        </p:attrNameLst>
                                      </p:cBhvr>
                                      <p:tavLst>
                                        <p:tav tm="0">
                                          <p:val>
                                            <p:strVal val="#ppt_h"/>
                                          </p:val>
                                        </p:tav>
                                        <p:tav tm="100000">
                                          <p:val>
                                            <p:strVal val="#ppt_h"/>
                                          </p:val>
                                        </p:tav>
                                      </p:tavLst>
                                    </p:anim>
                                    <p:anim calcmode="lin" valueType="num">
                                      <p:cBhvr>
                                        <p:cTn id="107" dur="500" decel="50000" fill="hold">
                                          <p:stCondLst>
                                            <p:cond delay="0"/>
                                          </p:stCondLst>
                                        </p:cTn>
                                        <p:tgtEl>
                                          <p:spTgt spid="61445">
                                            <p:txEl>
                                              <p:pRg st="11" end="11"/>
                                            </p:txEl>
                                          </p:spTgt>
                                        </p:tgtEl>
                                        <p:attrNameLst>
                                          <p:attrName>ppt_x</p:attrName>
                                        </p:attrNameLst>
                                      </p:cBhvr>
                                      <p:tavLst>
                                        <p:tav tm="0">
                                          <p:val>
                                            <p:strVal val="#ppt_x+.4"/>
                                          </p:val>
                                        </p:tav>
                                        <p:tav tm="100000">
                                          <p:val>
                                            <p:strVal val="#ppt_x"/>
                                          </p:val>
                                        </p:tav>
                                      </p:tavLst>
                                    </p:anim>
                                    <p:anim calcmode="lin" valueType="num">
                                      <p:cBhvr>
                                        <p:cTn id="108" dur="500" decel="50000" fill="hold">
                                          <p:stCondLst>
                                            <p:cond delay="0"/>
                                          </p:stCondLst>
                                        </p:cTn>
                                        <p:tgtEl>
                                          <p:spTgt spid="61445">
                                            <p:txEl>
                                              <p:pRg st="11" end="11"/>
                                            </p:txEl>
                                          </p:spTgt>
                                        </p:tgtEl>
                                        <p:attrNameLst>
                                          <p:attrName>ppt_y</p:attrName>
                                        </p:attrNameLst>
                                      </p:cBhvr>
                                      <p:tavLst>
                                        <p:tav tm="0">
                                          <p:val>
                                            <p:strVal val="#ppt_y-.2"/>
                                          </p:val>
                                        </p:tav>
                                        <p:tav tm="100000">
                                          <p:val>
                                            <p:strVal val="#ppt_y+.1"/>
                                          </p:val>
                                        </p:tav>
                                      </p:tavLst>
                                    </p:anim>
                                    <p:anim calcmode="lin" valueType="num">
                                      <p:cBhvr>
                                        <p:cTn id="109" dur="500" accel="50000" fill="hold">
                                          <p:stCondLst>
                                            <p:cond delay="500"/>
                                          </p:stCondLst>
                                        </p:cTn>
                                        <p:tgtEl>
                                          <p:spTgt spid="61445">
                                            <p:txEl>
                                              <p:pRg st="11" end="11"/>
                                            </p:txEl>
                                          </p:spTgt>
                                        </p:tgtEl>
                                        <p:attrNameLst>
                                          <p:attrName>ppt_y</p:attrName>
                                        </p:attrNameLst>
                                      </p:cBhvr>
                                      <p:tavLst>
                                        <p:tav tm="0">
                                          <p:val>
                                            <p:strVal val="#ppt_y+.1"/>
                                          </p:val>
                                        </p:tav>
                                        <p:tav tm="100000">
                                          <p:val>
                                            <p:strVal val="#ppt_y"/>
                                          </p:val>
                                        </p:tav>
                                      </p:tavLst>
                                    </p:anim>
                                    <p:animEffect transition="in" filter="fade">
                                      <p:cBhvr>
                                        <p:cTn id="110" dur="1000" decel="50000">
                                          <p:stCondLst>
                                            <p:cond delay="0"/>
                                          </p:stCondLst>
                                        </p:cTn>
                                        <p:tgtEl>
                                          <p:spTgt spid="61445">
                                            <p:txEl>
                                              <p:pRg st="11" end="11"/>
                                            </p:txEl>
                                          </p:spTgt>
                                        </p:tgtEl>
                                      </p:cBhvr>
                                    </p:animEffect>
                                  </p:childTnLst>
                                </p:cTn>
                              </p:par>
                              <p:par>
                                <p:cTn id="111" presetID="25" presetClass="entr" presetSubtype="0" fill="hold" grpId="0" nodeType="withEffect">
                                  <p:stCondLst>
                                    <p:cond delay="0"/>
                                  </p:stCondLst>
                                  <p:childTnLst>
                                    <p:set>
                                      <p:cBhvr>
                                        <p:cTn id="112" dur="1" fill="hold">
                                          <p:stCondLst>
                                            <p:cond delay="0"/>
                                          </p:stCondLst>
                                        </p:cTn>
                                        <p:tgtEl>
                                          <p:spTgt spid="61446"/>
                                        </p:tgtEl>
                                        <p:attrNameLst>
                                          <p:attrName>style.visibility</p:attrName>
                                        </p:attrNameLst>
                                      </p:cBhvr>
                                      <p:to>
                                        <p:strVal val="visible"/>
                                      </p:to>
                                    </p:set>
                                    <p:anim calcmode="lin" valueType="num">
                                      <p:cBhvr>
                                        <p:cTn id="113" dur="500" decel="50000" fill="hold">
                                          <p:stCondLst>
                                            <p:cond delay="0"/>
                                          </p:stCondLst>
                                        </p:cTn>
                                        <p:tgtEl>
                                          <p:spTgt spid="61446"/>
                                        </p:tgtEl>
                                        <p:attrNameLst>
                                          <p:attrName>style.rotation</p:attrName>
                                        </p:attrNameLst>
                                      </p:cBhvr>
                                      <p:tavLst>
                                        <p:tav tm="0">
                                          <p:val>
                                            <p:fltVal val="-90"/>
                                          </p:val>
                                        </p:tav>
                                        <p:tav tm="100000">
                                          <p:val>
                                            <p:fltVal val="0"/>
                                          </p:val>
                                        </p:tav>
                                      </p:tavLst>
                                    </p:anim>
                                    <p:anim calcmode="lin" valueType="num">
                                      <p:cBhvr>
                                        <p:cTn id="114" dur="500" decel="50000" fill="hold">
                                          <p:stCondLst>
                                            <p:cond delay="0"/>
                                          </p:stCondLst>
                                        </p:cTn>
                                        <p:tgtEl>
                                          <p:spTgt spid="61446"/>
                                        </p:tgtEl>
                                        <p:attrNameLst>
                                          <p:attrName>ppt_w</p:attrName>
                                        </p:attrNameLst>
                                      </p:cBhvr>
                                      <p:tavLst>
                                        <p:tav tm="0">
                                          <p:val>
                                            <p:strVal val="#ppt_w"/>
                                          </p:val>
                                        </p:tav>
                                        <p:tav tm="100000">
                                          <p:val>
                                            <p:strVal val="#ppt_w*.05"/>
                                          </p:val>
                                        </p:tav>
                                      </p:tavLst>
                                    </p:anim>
                                    <p:anim calcmode="lin" valueType="num">
                                      <p:cBhvr>
                                        <p:cTn id="115" dur="500" accel="50000" fill="hold">
                                          <p:stCondLst>
                                            <p:cond delay="500"/>
                                          </p:stCondLst>
                                        </p:cTn>
                                        <p:tgtEl>
                                          <p:spTgt spid="61446"/>
                                        </p:tgtEl>
                                        <p:attrNameLst>
                                          <p:attrName>ppt_w</p:attrName>
                                        </p:attrNameLst>
                                      </p:cBhvr>
                                      <p:tavLst>
                                        <p:tav tm="0">
                                          <p:val>
                                            <p:strVal val="#ppt_w*.05"/>
                                          </p:val>
                                        </p:tav>
                                        <p:tav tm="100000">
                                          <p:val>
                                            <p:strVal val="#ppt_w"/>
                                          </p:val>
                                        </p:tav>
                                      </p:tavLst>
                                    </p:anim>
                                    <p:anim calcmode="lin" valueType="num">
                                      <p:cBhvr>
                                        <p:cTn id="116" dur="1000" fill="hold"/>
                                        <p:tgtEl>
                                          <p:spTgt spid="61446"/>
                                        </p:tgtEl>
                                        <p:attrNameLst>
                                          <p:attrName>ppt_h</p:attrName>
                                        </p:attrNameLst>
                                      </p:cBhvr>
                                      <p:tavLst>
                                        <p:tav tm="0">
                                          <p:val>
                                            <p:strVal val="#ppt_h"/>
                                          </p:val>
                                        </p:tav>
                                        <p:tav tm="100000">
                                          <p:val>
                                            <p:strVal val="#ppt_h"/>
                                          </p:val>
                                        </p:tav>
                                      </p:tavLst>
                                    </p:anim>
                                    <p:anim calcmode="lin" valueType="num">
                                      <p:cBhvr>
                                        <p:cTn id="117" dur="500" decel="50000" fill="hold">
                                          <p:stCondLst>
                                            <p:cond delay="0"/>
                                          </p:stCondLst>
                                        </p:cTn>
                                        <p:tgtEl>
                                          <p:spTgt spid="61446"/>
                                        </p:tgtEl>
                                        <p:attrNameLst>
                                          <p:attrName>ppt_x</p:attrName>
                                        </p:attrNameLst>
                                      </p:cBhvr>
                                      <p:tavLst>
                                        <p:tav tm="0">
                                          <p:val>
                                            <p:strVal val="#ppt_x+.4"/>
                                          </p:val>
                                        </p:tav>
                                        <p:tav tm="100000">
                                          <p:val>
                                            <p:strVal val="#ppt_x"/>
                                          </p:val>
                                        </p:tav>
                                      </p:tavLst>
                                    </p:anim>
                                    <p:anim calcmode="lin" valueType="num">
                                      <p:cBhvr>
                                        <p:cTn id="118" dur="500" decel="50000" fill="hold">
                                          <p:stCondLst>
                                            <p:cond delay="0"/>
                                          </p:stCondLst>
                                        </p:cTn>
                                        <p:tgtEl>
                                          <p:spTgt spid="61446"/>
                                        </p:tgtEl>
                                        <p:attrNameLst>
                                          <p:attrName>ppt_y</p:attrName>
                                        </p:attrNameLst>
                                      </p:cBhvr>
                                      <p:tavLst>
                                        <p:tav tm="0">
                                          <p:val>
                                            <p:strVal val="#ppt_y-.2"/>
                                          </p:val>
                                        </p:tav>
                                        <p:tav tm="100000">
                                          <p:val>
                                            <p:strVal val="#ppt_y+.1"/>
                                          </p:val>
                                        </p:tav>
                                      </p:tavLst>
                                    </p:anim>
                                    <p:anim calcmode="lin" valueType="num">
                                      <p:cBhvr>
                                        <p:cTn id="119" dur="500" accel="50000" fill="hold">
                                          <p:stCondLst>
                                            <p:cond delay="500"/>
                                          </p:stCondLst>
                                        </p:cTn>
                                        <p:tgtEl>
                                          <p:spTgt spid="61446"/>
                                        </p:tgtEl>
                                        <p:attrNameLst>
                                          <p:attrName>ppt_y</p:attrName>
                                        </p:attrNameLst>
                                      </p:cBhvr>
                                      <p:tavLst>
                                        <p:tav tm="0">
                                          <p:val>
                                            <p:strVal val="#ppt_y+.1"/>
                                          </p:val>
                                        </p:tav>
                                        <p:tav tm="100000">
                                          <p:val>
                                            <p:strVal val="#ppt_y"/>
                                          </p:val>
                                        </p:tav>
                                      </p:tavLst>
                                    </p:anim>
                                    <p:animEffect transition="in" filter="fade">
                                      <p:cBhvr>
                                        <p:cTn id="120" dur="1000" decel="50000">
                                          <p:stCondLst>
                                            <p:cond delay="0"/>
                                          </p:stCondLst>
                                        </p:cTn>
                                        <p:tgtEl>
                                          <p:spTgt spid="61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5" grpId="0" build="p" animBg="1"/>
      <p:bldP spid="614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p:cNvSpPr>
            <a:spLocks noGrp="1"/>
          </p:cNvSpPr>
          <p:nvPr>
            <p:ph type="dt" sz="half" idx="10"/>
          </p:nvPr>
        </p:nvSpPr>
        <p:spPr/>
        <p:txBody>
          <a:bodyPr/>
          <a:lstStyle/>
          <a:p>
            <a:fld id="{E4BB3507-587C-404C-902C-95523216EAAF}" type="datetime6">
              <a:rPr lang="en-US"/>
              <a:pPr/>
              <a:t>April 13</a:t>
            </a:fld>
            <a:endParaRPr lang="en-US"/>
          </a:p>
        </p:txBody>
      </p:sp>
      <p:sp>
        <p:nvSpPr>
          <p:cNvPr id="4" name="Slide Number Placeholder 3"/>
          <p:cNvSpPr>
            <a:spLocks noGrp="1"/>
          </p:cNvSpPr>
          <p:nvPr>
            <p:ph type="sldNum" sz="quarter" idx="12"/>
          </p:nvPr>
        </p:nvSpPr>
        <p:spPr/>
        <p:txBody>
          <a:bodyPr/>
          <a:lstStyle/>
          <a:p>
            <a:fld id="{66D532FF-6140-449F-9EEF-B851AC39EF84}" type="slidenum">
              <a:rPr lang="en-US"/>
              <a:pPr/>
              <a:t>7</a:t>
            </a:fld>
            <a:endParaRPr lang="en-US"/>
          </a:p>
        </p:txBody>
      </p:sp>
      <p:sp>
        <p:nvSpPr>
          <p:cNvPr id="72708" name="Rectangle 4"/>
          <p:cNvSpPr>
            <a:spLocks noChangeArrowheads="1"/>
          </p:cNvSpPr>
          <p:nvPr/>
        </p:nvSpPr>
        <p:spPr bwMode="auto">
          <a:xfrm>
            <a:off x="193675" y="165100"/>
            <a:ext cx="8950325" cy="6451600"/>
          </a:xfrm>
          <a:prstGeom prst="rect">
            <a:avLst/>
          </a:prstGeom>
          <a:noFill/>
          <a:ln w="9525">
            <a:noFill/>
            <a:miter lim="800000"/>
            <a:headEnd/>
            <a:tailEnd/>
          </a:ln>
          <a:effectLst/>
        </p:spPr>
        <p:txBody>
          <a:bodyPr/>
          <a:lstStyle/>
          <a:p>
            <a:pPr marL="342900" indent="-342900" algn="r" rtl="1" eaLnBrk="1" hangingPunct="1">
              <a:lnSpc>
                <a:spcPct val="80000"/>
              </a:lnSpc>
              <a:spcBef>
                <a:spcPct val="20000"/>
              </a:spcBef>
              <a:buClr>
                <a:schemeClr val="hlink"/>
              </a:buClr>
              <a:buSzPct val="65000"/>
              <a:buFont typeface="Wingdings" pitchFamily="2" charset="2"/>
              <a:buNone/>
            </a:pPr>
            <a:endParaRPr lang="en-US" sz="2400" b="1">
              <a:effectLst>
                <a:outerShdw blurRad="38100" dist="38100" dir="2700000" algn="tl">
                  <a:srgbClr val="000000"/>
                </a:outerShdw>
              </a:effectLst>
              <a:cs typeface="Arial" charset="0"/>
            </a:endParaRPr>
          </a:p>
          <a:p>
            <a:pPr marL="342900" indent="-342900" algn="r" rtl="1" eaLnBrk="1" hangingPunct="1">
              <a:lnSpc>
                <a:spcPct val="80000"/>
              </a:lnSpc>
              <a:spcBef>
                <a:spcPct val="20000"/>
              </a:spcBef>
              <a:buClr>
                <a:schemeClr val="hlink"/>
              </a:buClr>
              <a:buSzPct val="65000"/>
              <a:buFont typeface="Wingdings" pitchFamily="2" charset="2"/>
              <a:buChar char="n"/>
            </a:pPr>
            <a:r>
              <a:rPr lang="ar-SA" sz="2400" b="1">
                <a:effectLst>
                  <a:outerShdw blurRad="38100" dist="38100" dir="2700000" algn="tl">
                    <a:srgbClr val="000000"/>
                  </a:outerShdw>
                </a:effectLst>
                <a:cs typeface="Arial" charset="0"/>
              </a:rPr>
              <a:t>٣ کیا کرنا ہے</a:t>
            </a:r>
            <a:endParaRPr lang="en-US" sz="2400" b="1">
              <a:effectLst>
                <a:outerShdw blurRad="38100" dist="38100" dir="2700000" algn="tl">
                  <a:srgbClr val="000000"/>
                </a:outerShdw>
              </a:effectLst>
              <a:cs typeface="Arial" charset="0"/>
            </a:endParaRPr>
          </a:p>
          <a:p>
            <a:pPr marL="342900" indent="-342900" algn="r" rtl="1" eaLnBrk="1" hangingPunct="1">
              <a:lnSpc>
                <a:spcPct val="80000"/>
              </a:lnSpc>
              <a:spcBef>
                <a:spcPct val="20000"/>
              </a:spcBef>
              <a:buClr>
                <a:schemeClr val="hlink"/>
              </a:buClr>
              <a:buSzPct val="65000"/>
              <a:buFont typeface="Wingdings" pitchFamily="2" charset="2"/>
              <a:buChar char="n"/>
            </a:pPr>
            <a:r>
              <a:rPr lang="ar-SA" sz="2400" b="1">
                <a:effectLst>
                  <a:outerShdw blurRad="38100" dist="38100" dir="2700000" algn="tl">
                    <a:srgbClr val="000000"/>
                  </a:outerShdw>
                </a:effectLst>
                <a:cs typeface="Arial" charset="0"/>
              </a:rPr>
              <a:t>عدل کیا ہے۔ جس کا جو حق ہے جو </a:t>
            </a:r>
            <a:r>
              <a:rPr lang="en-US" sz="2400" b="1">
                <a:effectLst>
                  <a:outerShdw blurRad="38100" dist="38100" dir="2700000" algn="tl">
                    <a:srgbClr val="000000"/>
                  </a:outerShdw>
                </a:effectLst>
                <a:cs typeface="Arial" charset="0"/>
              </a:rPr>
              <a:t>Right</a:t>
            </a:r>
            <a:r>
              <a:rPr lang="ar-SA" sz="2400" b="1">
                <a:effectLst>
                  <a:outerShdw blurRad="38100" dist="38100" dir="2700000" algn="tl">
                    <a:srgbClr val="000000"/>
                  </a:outerShdw>
                </a:effectLst>
                <a:cs typeface="Arial" charset="0"/>
              </a:rPr>
              <a:t> ہے وہ اسے مل جائے یہ قانون کی بنیاد ہے</a:t>
            </a:r>
            <a:endParaRPr lang="en-US" sz="2400" b="1">
              <a:effectLst>
                <a:outerShdw blurRad="38100" dist="38100" dir="2700000" algn="tl">
                  <a:srgbClr val="000000"/>
                </a:outerShdw>
              </a:effectLst>
              <a:cs typeface="Arial" charset="0"/>
            </a:endParaRPr>
          </a:p>
          <a:p>
            <a:pPr marL="342900" indent="-342900" algn="r" rtl="1" eaLnBrk="1" hangingPunct="1">
              <a:lnSpc>
                <a:spcPct val="80000"/>
              </a:lnSpc>
              <a:spcBef>
                <a:spcPct val="20000"/>
              </a:spcBef>
              <a:buClr>
                <a:schemeClr val="hlink"/>
              </a:buClr>
              <a:buSzPct val="65000"/>
              <a:buFont typeface="Wingdings" pitchFamily="2" charset="2"/>
              <a:buChar char="n"/>
            </a:pPr>
            <a:r>
              <a:rPr lang="ar-SA" sz="2400" b="1">
                <a:effectLst>
                  <a:outerShdw blurRad="38100" dist="38100" dir="2700000" algn="tl">
                    <a:srgbClr val="000000"/>
                  </a:outerShdw>
                </a:effectLst>
                <a:cs typeface="Arial" charset="0"/>
              </a:rPr>
              <a:t>احسان ۔ عدل سے آگے کا درجہ، مثلا اپنا حق چھوڑ کر دوسروں کو دینا </a:t>
            </a:r>
            <a:endParaRPr lang="en-US" sz="2400" b="1">
              <a:effectLst>
                <a:outerShdw blurRad="38100" dist="38100" dir="2700000" algn="tl">
                  <a:srgbClr val="000000"/>
                </a:outerShdw>
              </a:effectLst>
              <a:cs typeface="Arial" charset="0"/>
            </a:endParaRPr>
          </a:p>
          <a:p>
            <a:pPr marL="342900" indent="-342900" algn="r" rtl="1" eaLnBrk="1" hangingPunct="1">
              <a:lnSpc>
                <a:spcPct val="80000"/>
              </a:lnSpc>
              <a:spcBef>
                <a:spcPct val="20000"/>
              </a:spcBef>
              <a:buClr>
                <a:schemeClr val="hlink"/>
              </a:buClr>
              <a:buSzPct val="65000"/>
              <a:buFont typeface="Wingdings" pitchFamily="2" charset="2"/>
              <a:buChar char="n"/>
            </a:pPr>
            <a:r>
              <a:rPr lang="ar-SA" sz="2400" b="1">
                <a:effectLst>
                  <a:outerShdw blurRad="38100" dist="38100" dir="2700000" algn="tl">
                    <a:srgbClr val="000000"/>
                  </a:outerShdw>
                </a:effectLst>
                <a:cs typeface="Arial" charset="0"/>
              </a:rPr>
              <a:t>رشتہ داروں کی مدد ۔ یہ احسان نہیں ہے بلکہ ان کاحق ہے۔ زائد مال بطور امتحان ہے</a:t>
            </a:r>
            <a:endParaRPr lang="en-US" sz="2400" b="1">
              <a:effectLst>
                <a:outerShdw blurRad="38100" dist="38100" dir="2700000" algn="tl">
                  <a:srgbClr val="000000"/>
                </a:outerShdw>
              </a:effectLst>
              <a:cs typeface="Arial" charset="0"/>
            </a:endParaRPr>
          </a:p>
          <a:p>
            <a:pPr marL="342900" indent="-342900" algn="r" rtl="1" eaLnBrk="1" hangingPunct="1">
              <a:lnSpc>
                <a:spcPct val="80000"/>
              </a:lnSpc>
              <a:spcBef>
                <a:spcPct val="20000"/>
              </a:spcBef>
              <a:buClr>
                <a:schemeClr val="hlink"/>
              </a:buClr>
              <a:buSzPct val="65000"/>
              <a:buFont typeface="Wingdings" pitchFamily="2" charset="2"/>
              <a:buChar char="n"/>
            </a:pPr>
            <a:endParaRPr lang="en-US" sz="2400" b="1">
              <a:effectLst>
                <a:outerShdw blurRad="38100" dist="38100" dir="2700000" algn="tl">
                  <a:srgbClr val="000000"/>
                </a:outerShdw>
              </a:effectLst>
              <a:cs typeface="Arial" charset="0"/>
            </a:endParaRPr>
          </a:p>
          <a:p>
            <a:pPr marL="342900" indent="-342900" algn="r" rtl="1" eaLnBrk="1" hangingPunct="1">
              <a:lnSpc>
                <a:spcPct val="80000"/>
              </a:lnSpc>
              <a:spcBef>
                <a:spcPct val="20000"/>
              </a:spcBef>
              <a:buClr>
                <a:schemeClr val="hlink"/>
              </a:buClr>
              <a:buSzPct val="65000"/>
              <a:buFont typeface="Wingdings" pitchFamily="2" charset="2"/>
              <a:buChar char="n"/>
            </a:pPr>
            <a:r>
              <a:rPr lang="ar-SA" sz="2400" b="1">
                <a:effectLst>
                  <a:outerShdw blurRad="38100" dist="38100" dir="2700000" algn="tl">
                    <a:srgbClr val="000000"/>
                  </a:outerShdw>
                </a:effectLst>
                <a:cs typeface="Arial" charset="0"/>
              </a:rPr>
              <a:t>٣ کیا نہیں کرنا ہے</a:t>
            </a:r>
            <a:endParaRPr lang="en-US" sz="2400" b="1">
              <a:effectLst>
                <a:outerShdw blurRad="38100" dist="38100" dir="2700000" algn="tl">
                  <a:srgbClr val="000000"/>
                </a:outerShdw>
              </a:effectLst>
              <a:cs typeface="Arial" charset="0"/>
            </a:endParaRPr>
          </a:p>
          <a:p>
            <a:pPr marL="342900" indent="-342900" algn="r" rtl="1" eaLnBrk="1" hangingPunct="1">
              <a:lnSpc>
                <a:spcPct val="80000"/>
              </a:lnSpc>
              <a:spcBef>
                <a:spcPct val="20000"/>
              </a:spcBef>
              <a:buClr>
                <a:schemeClr val="hlink"/>
              </a:buClr>
              <a:buSzPct val="65000"/>
              <a:buFont typeface="Wingdings" pitchFamily="2" charset="2"/>
              <a:buChar char="n"/>
            </a:pPr>
            <a:r>
              <a:rPr lang="ar-SA" sz="2400" b="1">
                <a:effectLst>
                  <a:outerShdw blurRad="38100" dist="38100" dir="2700000" algn="tl">
                    <a:srgbClr val="000000"/>
                  </a:outerShdw>
                </a:effectLst>
                <a:cs typeface="Arial" charset="0"/>
              </a:rPr>
              <a:t>فحش اور کھلی بے حیائی سے منع کیا گیا ہے، پاس پھٹکنا بھی نہیں ہے، پھنسنے کا خطرہ</a:t>
            </a:r>
            <a:endParaRPr lang="en-US" sz="2400" b="1">
              <a:effectLst>
                <a:outerShdw blurRad="38100" dist="38100" dir="2700000" algn="tl">
                  <a:srgbClr val="000000"/>
                </a:outerShdw>
              </a:effectLst>
              <a:cs typeface="Arial" charset="0"/>
            </a:endParaRPr>
          </a:p>
          <a:p>
            <a:pPr marL="342900" indent="-342900" algn="r" rtl="1" eaLnBrk="1" hangingPunct="1">
              <a:lnSpc>
                <a:spcPct val="80000"/>
              </a:lnSpc>
              <a:spcBef>
                <a:spcPct val="20000"/>
              </a:spcBef>
              <a:buClr>
                <a:schemeClr val="hlink"/>
              </a:buClr>
              <a:buSzPct val="65000"/>
              <a:buFont typeface="Wingdings" pitchFamily="2" charset="2"/>
              <a:buChar char="n"/>
            </a:pPr>
            <a:r>
              <a:rPr lang="ar-SA" sz="2400" b="1">
                <a:effectLst>
                  <a:outerShdw blurRad="38100" dist="38100" dir="2700000" algn="tl">
                    <a:srgbClr val="000000"/>
                  </a:outerShdw>
                </a:effectLst>
                <a:cs typeface="Arial" charset="0"/>
              </a:rPr>
              <a:t>منکر، وہ بات جسے فطرت بری سمجھتی ہو، جیسے جھوٹ، چوری وغیرہ سے منع کیا گیا ہے</a:t>
            </a:r>
            <a:endParaRPr lang="en-US" sz="2400" b="1">
              <a:effectLst>
                <a:outerShdw blurRad="38100" dist="38100" dir="2700000" algn="tl">
                  <a:srgbClr val="000000"/>
                </a:outerShdw>
              </a:effectLst>
              <a:cs typeface="Arial" charset="0"/>
            </a:endParaRPr>
          </a:p>
          <a:p>
            <a:pPr marL="342900" indent="-342900" algn="r" rtl="1" eaLnBrk="1" hangingPunct="1">
              <a:lnSpc>
                <a:spcPct val="80000"/>
              </a:lnSpc>
              <a:spcBef>
                <a:spcPct val="20000"/>
              </a:spcBef>
              <a:buClr>
                <a:schemeClr val="hlink"/>
              </a:buClr>
              <a:buSzPct val="65000"/>
              <a:buFont typeface="Wingdings" pitchFamily="2" charset="2"/>
              <a:buChar char="n"/>
            </a:pPr>
            <a:r>
              <a:rPr lang="ar-SA" sz="2400" b="1">
                <a:effectLst>
                  <a:outerShdw blurRad="38100" dist="38100" dir="2700000" algn="tl">
                    <a:srgbClr val="000000"/>
                  </a:outerShdw>
                </a:effectLst>
                <a:cs typeface="Arial" charset="0"/>
              </a:rPr>
              <a:t>البغی ۔ یعنی اللہ کے حدود کو پار کرجانا</a:t>
            </a:r>
            <a:endParaRPr lang="en-US" sz="2400" b="1">
              <a:effectLst>
                <a:outerShdw blurRad="38100" dist="38100" dir="2700000" algn="tl">
                  <a:srgbClr val="000000"/>
                </a:outerShdw>
              </a:effectLst>
              <a:cs typeface="Arial" charset="0"/>
            </a:endParaRPr>
          </a:p>
          <a:p>
            <a:pPr marL="342900" indent="-342900" algn="r" rtl="1" eaLnBrk="1" hangingPunct="1">
              <a:lnSpc>
                <a:spcPct val="80000"/>
              </a:lnSpc>
              <a:spcBef>
                <a:spcPct val="20000"/>
              </a:spcBef>
              <a:buClr>
                <a:schemeClr val="hlink"/>
              </a:buClr>
              <a:buSzPct val="65000"/>
              <a:buFont typeface="Wingdings" pitchFamily="2" charset="2"/>
              <a:buNone/>
            </a:pPr>
            <a:endParaRPr lang="en-US" sz="2400" b="1">
              <a:effectLst>
                <a:outerShdw blurRad="38100" dist="38100" dir="2700000" algn="tl">
                  <a:srgbClr val="000000"/>
                </a:outerShdw>
              </a:effectLst>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2708">
                                            <p:txEl>
                                              <p:pRg st="1" end="1"/>
                                            </p:txEl>
                                          </p:spTgt>
                                        </p:tgtEl>
                                        <p:attrNameLst>
                                          <p:attrName>style.visibility</p:attrName>
                                        </p:attrNameLst>
                                      </p:cBhvr>
                                      <p:to>
                                        <p:strVal val="visible"/>
                                      </p:to>
                                    </p:set>
                                    <p:anim calcmode="discrete" valueType="clr">
                                      <p:cBhvr override="childStyle">
                                        <p:cTn id="7" dur="80"/>
                                        <p:tgtEl>
                                          <p:spTgt spid="72708">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2708">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72708">
                                            <p:txEl>
                                              <p:pRg st="1" end="1"/>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72708">
                                            <p:txEl>
                                              <p:pRg st="2" end="2"/>
                                            </p:txEl>
                                          </p:spTgt>
                                        </p:tgtEl>
                                        <p:attrNameLst>
                                          <p:attrName>style.visibility</p:attrName>
                                        </p:attrNameLst>
                                      </p:cBhvr>
                                      <p:to>
                                        <p:strVal val="visible"/>
                                      </p:to>
                                    </p:set>
                                    <p:anim calcmode="discrete" valueType="clr">
                                      <p:cBhvr override="childStyle">
                                        <p:cTn id="14" dur="80"/>
                                        <p:tgtEl>
                                          <p:spTgt spid="72708">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72708">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72708">
                                            <p:txEl>
                                              <p:pRg st="2" end="2"/>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72708">
                                            <p:txEl>
                                              <p:pRg st="3" end="3"/>
                                            </p:txEl>
                                          </p:spTgt>
                                        </p:tgtEl>
                                        <p:attrNameLst>
                                          <p:attrName>style.visibility</p:attrName>
                                        </p:attrNameLst>
                                      </p:cBhvr>
                                      <p:to>
                                        <p:strVal val="visible"/>
                                      </p:to>
                                    </p:set>
                                    <p:anim calcmode="discrete" valueType="clr">
                                      <p:cBhvr override="childStyle">
                                        <p:cTn id="21" dur="80"/>
                                        <p:tgtEl>
                                          <p:spTgt spid="72708">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72708">
                                            <p:txEl>
                                              <p:pRg st="3" end="3"/>
                                            </p:txEl>
                                          </p:spTgt>
                                        </p:tgtEl>
                                        <p:attrNameLst>
                                          <p:attrName>fillcolor</p:attrName>
                                        </p:attrNameLst>
                                      </p:cBhvr>
                                      <p:tavLst>
                                        <p:tav tm="0">
                                          <p:val>
                                            <p:clrVal>
                                              <a:schemeClr val="accent2"/>
                                            </p:clrVal>
                                          </p:val>
                                        </p:tav>
                                        <p:tav tm="50000">
                                          <p:val>
                                            <p:clrVal>
                                              <a:schemeClr val="hlink"/>
                                            </p:clrVal>
                                          </p:val>
                                        </p:tav>
                                      </p:tavLst>
                                    </p:anim>
                                    <p:set>
                                      <p:cBhvr>
                                        <p:cTn id="23" dur="80"/>
                                        <p:tgtEl>
                                          <p:spTgt spid="72708">
                                            <p:txEl>
                                              <p:pRg st="3" end="3"/>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72708">
                                            <p:txEl>
                                              <p:pRg st="4" end="4"/>
                                            </p:txEl>
                                          </p:spTgt>
                                        </p:tgtEl>
                                        <p:attrNameLst>
                                          <p:attrName>style.visibility</p:attrName>
                                        </p:attrNameLst>
                                      </p:cBhvr>
                                      <p:to>
                                        <p:strVal val="visible"/>
                                      </p:to>
                                    </p:set>
                                    <p:anim calcmode="discrete" valueType="clr">
                                      <p:cBhvr override="childStyle">
                                        <p:cTn id="28" dur="80"/>
                                        <p:tgtEl>
                                          <p:spTgt spid="72708">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72708">
                                            <p:txEl>
                                              <p:pRg st="4" end="4"/>
                                            </p:txEl>
                                          </p:spTgt>
                                        </p:tgtEl>
                                        <p:attrNameLst>
                                          <p:attrName>fillcolor</p:attrName>
                                        </p:attrNameLst>
                                      </p:cBhvr>
                                      <p:tavLst>
                                        <p:tav tm="0">
                                          <p:val>
                                            <p:clrVal>
                                              <a:schemeClr val="accent2"/>
                                            </p:clrVal>
                                          </p:val>
                                        </p:tav>
                                        <p:tav tm="50000">
                                          <p:val>
                                            <p:clrVal>
                                              <a:schemeClr val="hlink"/>
                                            </p:clrVal>
                                          </p:val>
                                        </p:tav>
                                      </p:tavLst>
                                    </p:anim>
                                    <p:set>
                                      <p:cBhvr>
                                        <p:cTn id="30" dur="80"/>
                                        <p:tgtEl>
                                          <p:spTgt spid="72708">
                                            <p:txEl>
                                              <p:pRg st="4" end="4"/>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72708">
                                            <p:txEl>
                                              <p:pRg st="6" end="6"/>
                                            </p:txEl>
                                          </p:spTgt>
                                        </p:tgtEl>
                                        <p:attrNameLst>
                                          <p:attrName>style.visibility</p:attrName>
                                        </p:attrNameLst>
                                      </p:cBhvr>
                                      <p:to>
                                        <p:strVal val="visible"/>
                                      </p:to>
                                    </p:set>
                                    <p:anim calcmode="discrete" valueType="clr">
                                      <p:cBhvr override="childStyle">
                                        <p:cTn id="35" dur="80"/>
                                        <p:tgtEl>
                                          <p:spTgt spid="72708">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72708">
                                            <p:txEl>
                                              <p:pRg st="6" end="6"/>
                                            </p:txEl>
                                          </p:spTgt>
                                        </p:tgtEl>
                                        <p:attrNameLst>
                                          <p:attrName>fillcolor</p:attrName>
                                        </p:attrNameLst>
                                      </p:cBhvr>
                                      <p:tavLst>
                                        <p:tav tm="0">
                                          <p:val>
                                            <p:clrVal>
                                              <a:schemeClr val="accent2"/>
                                            </p:clrVal>
                                          </p:val>
                                        </p:tav>
                                        <p:tav tm="50000">
                                          <p:val>
                                            <p:clrVal>
                                              <a:schemeClr val="hlink"/>
                                            </p:clrVal>
                                          </p:val>
                                        </p:tav>
                                      </p:tavLst>
                                    </p:anim>
                                    <p:set>
                                      <p:cBhvr>
                                        <p:cTn id="37" dur="80"/>
                                        <p:tgtEl>
                                          <p:spTgt spid="72708">
                                            <p:txEl>
                                              <p:pRg st="6" end="6"/>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grpId="0" nodeType="clickEffect">
                                  <p:stCondLst>
                                    <p:cond delay="0"/>
                                  </p:stCondLst>
                                  <p:iterate type="lt">
                                    <p:tmPct val="50000"/>
                                  </p:iterate>
                                  <p:childTnLst>
                                    <p:set>
                                      <p:cBhvr>
                                        <p:cTn id="41" dur="1" fill="hold">
                                          <p:stCondLst>
                                            <p:cond delay="0"/>
                                          </p:stCondLst>
                                        </p:cTn>
                                        <p:tgtEl>
                                          <p:spTgt spid="72708">
                                            <p:txEl>
                                              <p:pRg st="7" end="7"/>
                                            </p:txEl>
                                          </p:spTgt>
                                        </p:tgtEl>
                                        <p:attrNameLst>
                                          <p:attrName>style.visibility</p:attrName>
                                        </p:attrNameLst>
                                      </p:cBhvr>
                                      <p:to>
                                        <p:strVal val="visible"/>
                                      </p:to>
                                    </p:set>
                                    <p:anim calcmode="discrete" valueType="clr">
                                      <p:cBhvr override="childStyle">
                                        <p:cTn id="42" dur="80"/>
                                        <p:tgtEl>
                                          <p:spTgt spid="72708">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72708">
                                            <p:txEl>
                                              <p:pRg st="7" end="7"/>
                                            </p:txEl>
                                          </p:spTgt>
                                        </p:tgtEl>
                                        <p:attrNameLst>
                                          <p:attrName>fillcolor</p:attrName>
                                        </p:attrNameLst>
                                      </p:cBhvr>
                                      <p:tavLst>
                                        <p:tav tm="0">
                                          <p:val>
                                            <p:clrVal>
                                              <a:schemeClr val="accent2"/>
                                            </p:clrVal>
                                          </p:val>
                                        </p:tav>
                                        <p:tav tm="50000">
                                          <p:val>
                                            <p:clrVal>
                                              <a:schemeClr val="hlink"/>
                                            </p:clrVal>
                                          </p:val>
                                        </p:tav>
                                      </p:tavLst>
                                    </p:anim>
                                    <p:set>
                                      <p:cBhvr>
                                        <p:cTn id="44" dur="80"/>
                                        <p:tgtEl>
                                          <p:spTgt spid="72708">
                                            <p:txEl>
                                              <p:pRg st="7" end="7"/>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27" presetClass="entr" presetSubtype="0" fill="hold" grpId="0" nodeType="clickEffect">
                                  <p:stCondLst>
                                    <p:cond delay="0"/>
                                  </p:stCondLst>
                                  <p:iterate type="lt">
                                    <p:tmPct val="50000"/>
                                  </p:iterate>
                                  <p:childTnLst>
                                    <p:set>
                                      <p:cBhvr>
                                        <p:cTn id="48" dur="1" fill="hold">
                                          <p:stCondLst>
                                            <p:cond delay="0"/>
                                          </p:stCondLst>
                                        </p:cTn>
                                        <p:tgtEl>
                                          <p:spTgt spid="72708">
                                            <p:txEl>
                                              <p:pRg st="8" end="8"/>
                                            </p:txEl>
                                          </p:spTgt>
                                        </p:tgtEl>
                                        <p:attrNameLst>
                                          <p:attrName>style.visibility</p:attrName>
                                        </p:attrNameLst>
                                      </p:cBhvr>
                                      <p:to>
                                        <p:strVal val="visible"/>
                                      </p:to>
                                    </p:set>
                                    <p:anim calcmode="discrete" valueType="clr">
                                      <p:cBhvr override="childStyle">
                                        <p:cTn id="49" dur="80"/>
                                        <p:tgtEl>
                                          <p:spTgt spid="72708">
                                            <p:txEl>
                                              <p:pRg st="8" end="8"/>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72708">
                                            <p:txEl>
                                              <p:pRg st="8" end="8"/>
                                            </p:txEl>
                                          </p:spTgt>
                                        </p:tgtEl>
                                        <p:attrNameLst>
                                          <p:attrName>fillcolor</p:attrName>
                                        </p:attrNameLst>
                                      </p:cBhvr>
                                      <p:tavLst>
                                        <p:tav tm="0">
                                          <p:val>
                                            <p:clrVal>
                                              <a:schemeClr val="accent2"/>
                                            </p:clrVal>
                                          </p:val>
                                        </p:tav>
                                        <p:tav tm="50000">
                                          <p:val>
                                            <p:clrVal>
                                              <a:schemeClr val="hlink"/>
                                            </p:clrVal>
                                          </p:val>
                                        </p:tav>
                                      </p:tavLst>
                                    </p:anim>
                                    <p:set>
                                      <p:cBhvr>
                                        <p:cTn id="51" dur="80"/>
                                        <p:tgtEl>
                                          <p:spTgt spid="72708">
                                            <p:txEl>
                                              <p:pRg st="8" end="8"/>
                                            </p:txEl>
                                          </p:spTgt>
                                        </p:tgtEl>
                                        <p:attrNameLst>
                                          <p:attrName>fill.type</p:attrName>
                                        </p:attrNameLst>
                                      </p:cBhvr>
                                      <p:to>
                                        <p:strVal val="solid"/>
                                      </p:to>
                                    </p:set>
                                  </p:childTnLst>
                                </p:cTn>
                              </p:par>
                            </p:childTnLst>
                          </p:cTn>
                        </p:par>
                      </p:childTnLst>
                    </p:cTn>
                  </p:par>
                  <p:par>
                    <p:cTn id="52" fill="hold">
                      <p:stCondLst>
                        <p:cond delay="indefinite"/>
                      </p:stCondLst>
                      <p:childTnLst>
                        <p:par>
                          <p:cTn id="53" fill="hold">
                            <p:stCondLst>
                              <p:cond delay="0"/>
                            </p:stCondLst>
                            <p:childTnLst>
                              <p:par>
                                <p:cTn id="54" presetID="27" presetClass="entr" presetSubtype="0" fill="hold" grpId="0" nodeType="clickEffect">
                                  <p:stCondLst>
                                    <p:cond delay="0"/>
                                  </p:stCondLst>
                                  <p:iterate type="lt">
                                    <p:tmPct val="50000"/>
                                  </p:iterate>
                                  <p:childTnLst>
                                    <p:set>
                                      <p:cBhvr>
                                        <p:cTn id="55" dur="1" fill="hold">
                                          <p:stCondLst>
                                            <p:cond delay="0"/>
                                          </p:stCondLst>
                                        </p:cTn>
                                        <p:tgtEl>
                                          <p:spTgt spid="72708">
                                            <p:txEl>
                                              <p:pRg st="9" end="9"/>
                                            </p:txEl>
                                          </p:spTgt>
                                        </p:tgtEl>
                                        <p:attrNameLst>
                                          <p:attrName>style.visibility</p:attrName>
                                        </p:attrNameLst>
                                      </p:cBhvr>
                                      <p:to>
                                        <p:strVal val="visible"/>
                                      </p:to>
                                    </p:set>
                                    <p:anim calcmode="discrete" valueType="clr">
                                      <p:cBhvr override="childStyle">
                                        <p:cTn id="56" dur="80"/>
                                        <p:tgtEl>
                                          <p:spTgt spid="72708">
                                            <p:txEl>
                                              <p:pRg st="9" end="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7" dur="80"/>
                                        <p:tgtEl>
                                          <p:spTgt spid="72708">
                                            <p:txEl>
                                              <p:pRg st="9" end="9"/>
                                            </p:txEl>
                                          </p:spTgt>
                                        </p:tgtEl>
                                        <p:attrNameLst>
                                          <p:attrName>fillcolor</p:attrName>
                                        </p:attrNameLst>
                                      </p:cBhvr>
                                      <p:tavLst>
                                        <p:tav tm="0">
                                          <p:val>
                                            <p:clrVal>
                                              <a:schemeClr val="accent2"/>
                                            </p:clrVal>
                                          </p:val>
                                        </p:tav>
                                        <p:tav tm="50000">
                                          <p:val>
                                            <p:clrVal>
                                              <a:schemeClr val="hlink"/>
                                            </p:clrVal>
                                          </p:val>
                                        </p:tav>
                                      </p:tavLst>
                                    </p:anim>
                                    <p:set>
                                      <p:cBhvr>
                                        <p:cTn id="58" dur="80"/>
                                        <p:tgtEl>
                                          <p:spTgt spid="72708">
                                            <p:txEl>
                                              <p:pRg st="9" end="9"/>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1"/>
          <p:cNvSpPr>
            <a:spLocks noGrp="1"/>
          </p:cNvSpPr>
          <p:nvPr>
            <p:ph type="dt" sz="half" idx="10"/>
          </p:nvPr>
        </p:nvSpPr>
        <p:spPr/>
        <p:txBody>
          <a:bodyPr/>
          <a:lstStyle/>
          <a:p>
            <a:fld id="{3E45CBC5-AB1C-4E23-89B8-4B821150B773}" type="datetime6">
              <a:rPr lang="en-US"/>
              <a:pPr/>
              <a:t>April 13</a:t>
            </a:fld>
            <a:endParaRPr lang="en-US"/>
          </a:p>
        </p:txBody>
      </p:sp>
      <p:sp>
        <p:nvSpPr>
          <p:cNvPr id="6" name="Slide Number Placeholder 3"/>
          <p:cNvSpPr>
            <a:spLocks noGrp="1"/>
          </p:cNvSpPr>
          <p:nvPr>
            <p:ph type="sldNum" sz="quarter" idx="12"/>
          </p:nvPr>
        </p:nvSpPr>
        <p:spPr/>
        <p:txBody>
          <a:bodyPr/>
          <a:lstStyle/>
          <a:p>
            <a:fld id="{A8793C7D-3D31-40AB-A040-8833CD9D864C}" type="slidenum">
              <a:rPr lang="en-US"/>
              <a:pPr/>
              <a:t>8</a:t>
            </a:fld>
            <a:endParaRPr lang="en-US"/>
          </a:p>
        </p:txBody>
      </p:sp>
      <p:pic>
        <p:nvPicPr>
          <p:cNvPr id="14340" name="Picture 4" descr="D:\QuranPak Translation\Jpg Folder\text4.jpg"/>
          <p:cNvPicPr>
            <a:picLocks noChangeAspect="1" noChangeArrowheads="1"/>
          </p:cNvPicPr>
          <p:nvPr/>
        </p:nvPicPr>
        <p:blipFill>
          <a:blip r:embed="rId2" cstate="print"/>
          <a:srcRect/>
          <a:stretch>
            <a:fillRect/>
          </a:stretch>
        </p:blipFill>
        <p:spPr bwMode="auto">
          <a:xfrm>
            <a:off x="0" y="2514600"/>
            <a:ext cx="9144000" cy="973138"/>
          </a:xfrm>
          <a:prstGeom prst="rect">
            <a:avLst/>
          </a:prstGeom>
          <a:noFill/>
          <a:ln w="9525">
            <a:solidFill>
              <a:schemeClr val="tx2"/>
            </a:solidFill>
            <a:miter lim="800000"/>
            <a:headEnd/>
            <a:tailEnd/>
          </a:ln>
        </p:spPr>
      </p:pic>
      <p:sp>
        <p:nvSpPr>
          <p:cNvPr id="14341" name="Rectangle 5"/>
          <p:cNvSpPr>
            <a:spLocks noChangeArrowheads="1"/>
          </p:cNvSpPr>
          <p:nvPr/>
        </p:nvSpPr>
        <p:spPr bwMode="auto">
          <a:xfrm>
            <a:off x="0" y="3962400"/>
            <a:ext cx="9144000" cy="1524000"/>
          </a:xfrm>
          <a:prstGeom prst="rect">
            <a:avLst/>
          </a:prstGeom>
          <a:noFill/>
          <a:ln w="9525">
            <a:solidFill>
              <a:schemeClr val="tx2"/>
            </a:solidFill>
            <a:miter lim="800000"/>
            <a:headEnd/>
            <a:tailEnd/>
          </a:ln>
        </p:spPr>
        <p:txBody>
          <a:bodyPr/>
          <a:lstStyle/>
          <a:p>
            <a:pPr marL="342900" indent="-342900" eaLnBrk="1" hangingPunct="1">
              <a:spcBef>
                <a:spcPct val="20000"/>
              </a:spcBef>
              <a:buFontTx/>
              <a:buChar char="•"/>
            </a:pPr>
            <a:r>
              <a:rPr lang="en-US" sz="2800" b="1">
                <a:latin typeface="Arial" charset="0"/>
              </a:rPr>
              <a:t>Allah The Exalted says: And verily, you (O Muhammad saw) are on an exalted (standard of) character.</a:t>
            </a:r>
          </a:p>
        </p:txBody>
      </p:sp>
      <p:pic>
        <p:nvPicPr>
          <p:cNvPr id="14342" name="Picture 3" descr="D:\QuranPak Translation\Jpg Folder\text3.jpg"/>
          <p:cNvPicPr>
            <a:picLocks noChangeAspect="1" noChangeArrowheads="1"/>
          </p:cNvPicPr>
          <p:nvPr/>
        </p:nvPicPr>
        <p:blipFill>
          <a:blip r:embed="rId3" cstate="print"/>
          <a:srcRect/>
          <a:stretch>
            <a:fillRect/>
          </a:stretch>
        </p:blipFill>
        <p:spPr bwMode="auto">
          <a:xfrm>
            <a:off x="0" y="1066800"/>
            <a:ext cx="9144000" cy="1063625"/>
          </a:xfrm>
          <a:prstGeom prst="rect">
            <a:avLst/>
          </a:prstGeom>
          <a:noFill/>
          <a:ln w="9525">
            <a:solidFill>
              <a:schemeClr val="tx2"/>
            </a:solid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1"/>
          <p:cNvSpPr>
            <a:spLocks noGrp="1"/>
          </p:cNvSpPr>
          <p:nvPr>
            <p:ph type="dt" sz="half" idx="10"/>
          </p:nvPr>
        </p:nvSpPr>
        <p:spPr/>
        <p:txBody>
          <a:bodyPr/>
          <a:lstStyle/>
          <a:p>
            <a:fld id="{01E0D87E-7A5A-4330-908B-6C7662ACE9D7}" type="datetime6">
              <a:rPr lang="en-US"/>
              <a:pPr/>
              <a:t>April 13</a:t>
            </a:fld>
            <a:endParaRPr lang="en-US"/>
          </a:p>
        </p:txBody>
      </p:sp>
      <p:sp>
        <p:nvSpPr>
          <p:cNvPr id="5" name="Slide Number Placeholder 3"/>
          <p:cNvSpPr>
            <a:spLocks noGrp="1"/>
          </p:cNvSpPr>
          <p:nvPr>
            <p:ph type="sldNum" sz="quarter" idx="12"/>
          </p:nvPr>
        </p:nvSpPr>
        <p:spPr/>
        <p:txBody>
          <a:bodyPr/>
          <a:lstStyle/>
          <a:p>
            <a:fld id="{E564EBF7-CAA2-40AB-BF6C-3164A65024DE}" type="slidenum">
              <a:rPr lang="en-US"/>
              <a:pPr/>
              <a:t>9</a:t>
            </a:fld>
            <a:endParaRPr lang="en-US"/>
          </a:p>
        </p:txBody>
      </p:sp>
      <p:pic>
        <p:nvPicPr>
          <p:cNvPr id="11268" name="Picture 1028" descr="D:\QuranPak Translation\Jpg Folder\text6.jpg"/>
          <p:cNvPicPr>
            <a:picLocks noChangeAspect="1" noChangeArrowheads="1"/>
          </p:cNvPicPr>
          <p:nvPr/>
        </p:nvPicPr>
        <p:blipFill>
          <a:blip r:embed="rId2" cstate="print"/>
          <a:srcRect/>
          <a:stretch>
            <a:fillRect/>
          </a:stretch>
        </p:blipFill>
        <p:spPr bwMode="auto">
          <a:xfrm>
            <a:off x="0" y="990600"/>
            <a:ext cx="9144000" cy="1582738"/>
          </a:xfrm>
          <a:prstGeom prst="rect">
            <a:avLst/>
          </a:prstGeom>
          <a:noFill/>
          <a:ln w="9525">
            <a:solidFill>
              <a:schemeClr val="tx2"/>
            </a:solidFill>
            <a:miter lim="800000"/>
            <a:headEnd/>
            <a:tailEnd/>
          </a:ln>
        </p:spPr>
      </p:pic>
      <p:pic>
        <p:nvPicPr>
          <p:cNvPr id="11269" name="Picture 1029" descr="D:\QuranPak Translation\Jpg Folder\text7.jpg"/>
          <p:cNvPicPr>
            <a:picLocks noChangeAspect="1" noChangeArrowheads="1"/>
          </p:cNvPicPr>
          <p:nvPr/>
        </p:nvPicPr>
        <p:blipFill>
          <a:blip r:embed="rId3" cstate="print"/>
          <a:srcRect/>
          <a:stretch>
            <a:fillRect/>
          </a:stretch>
        </p:blipFill>
        <p:spPr bwMode="auto">
          <a:xfrm>
            <a:off x="0" y="3200400"/>
            <a:ext cx="9144000" cy="1262063"/>
          </a:xfrm>
          <a:prstGeom prst="rect">
            <a:avLst/>
          </a:prstGeom>
          <a:noFill/>
          <a:ln w="9525">
            <a:solidFill>
              <a:schemeClr val="tx2"/>
            </a:solid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1"/>
          <p:cNvSpPr>
            <a:spLocks noGrp="1"/>
          </p:cNvSpPr>
          <p:nvPr>
            <p:ph type="dt" sz="half" idx="10"/>
          </p:nvPr>
        </p:nvSpPr>
        <p:spPr/>
        <p:txBody>
          <a:bodyPr/>
          <a:lstStyle/>
          <a:p>
            <a:fld id="{5689F438-E719-45BF-B206-5E06FC29FD95}" type="datetime6">
              <a:rPr lang="en-US"/>
              <a:pPr/>
              <a:t>April 13</a:t>
            </a:fld>
            <a:endParaRPr lang="en-US"/>
          </a:p>
        </p:txBody>
      </p:sp>
      <p:sp>
        <p:nvSpPr>
          <p:cNvPr id="5" name="Slide Number Placeholder 3"/>
          <p:cNvSpPr>
            <a:spLocks noGrp="1"/>
          </p:cNvSpPr>
          <p:nvPr>
            <p:ph type="sldNum" sz="quarter" idx="12"/>
          </p:nvPr>
        </p:nvSpPr>
        <p:spPr/>
        <p:txBody>
          <a:bodyPr/>
          <a:lstStyle/>
          <a:p>
            <a:fld id="{9A3B5705-0670-44B1-98C9-16CF97E89C53}" type="slidenum">
              <a:rPr lang="en-US"/>
              <a:pPr/>
              <a:t>10</a:t>
            </a:fld>
            <a:endParaRPr lang="en-US"/>
          </a:p>
        </p:txBody>
      </p:sp>
      <p:graphicFrame>
        <p:nvGraphicFramePr>
          <p:cNvPr id="12294" name="Object 1024"/>
          <p:cNvGraphicFramePr>
            <a:graphicFrameLocks noChangeAspect="1"/>
          </p:cNvGraphicFramePr>
          <p:nvPr/>
        </p:nvGraphicFramePr>
        <p:xfrm>
          <a:off x="0" y="1143000"/>
          <a:ext cx="9144000" cy="1590675"/>
        </p:xfrm>
        <a:graphic>
          <a:graphicData uri="http://schemas.openxmlformats.org/presentationml/2006/ole">
            <p:oleObj spid="_x0000_s12294" name="CorelDRAW" r:id="rId3" imgW="8464680" imgH="1470960" progId="CorelDRAW.Graphic.9">
              <p:embed/>
            </p:oleObj>
          </a:graphicData>
        </a:graphic>
      </p:graphicFrame>
      <p:pic>
        <p:nvPicPr>
          <p:cNvPr id="12295" name="Picture 37" descr="D:\QuranPak Translation\Jpg Folder\text11.jpg"/>
          <p:cNvPicPr>
            <a:picLocks noChangeAspect="1" noChangeArrowheads="1"/>
          </p:cNvPicPr>
          <p:nvPr/>
        </p:nvPicPr>
        <p:blipFill>
          <a:blip r:embed="rId4" cstate="print"/>
          <a:srcRect/>
          <a:stretch>
            <a:fillRect/>
          </a:stretch>
        </p:blipFill>
        <p:spPr bwMode="auto">
          <a:xfrm>
            <a:off x="0" y="2819400"/>
            <a:ext cx="9144000" cy="1573213"/>
          </a:xfrm>
          <a:prstGeom prst="rect">
            <a:avLst/>
          </a:prstGeom>
          <a:noFill/>
          <a:ln w="9525">
            <a:solidFill>
              <a:schemeClr val="tx2"/>
            </a:solid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1"/>
          <p:cNvSpPr>
            <a:spLocks noGrp="1"/>
          </p:cNvSpPr>
          <p:nvPr>
            <p:ph type="dt" sz="half" idx="10"/>
          </p:nvPr>
        </p:nvSpPr>
        <p:spPr/>
        <p:txBody>
          <a:bodyPr/>
          <a:lstStyle/>
          <a:p>
            <a:fld id="{2B0F60B6-42FB-4560-A468-A7773AC7A055}" type="datetime6">
              <a:rPr lang="en-US"/>
              <a:pPr/>
              <a:t>April 13</a:t>
            </a:fld>
            <a:endParaRPr lang="en-US"/>
          </a:p>
        </p:txBody>
      </p:sp>
      <p:sp>
        <p:nvSpPr>
          <p:cNvPr id="5" name="Slide Number Placeholder 3"/>
          <p:cNvSpPr>
            <a:spLocks noGrp="1"/>
          </p:cNvSpPr>
          <p:nvPr>
            <p:ph type="sldNum" sz="quarter" idx="12"/>
          </p:nvPr>
        </p:nvSpPr>
        <p:spPr/>
        <p:txBody>
          <a:bodyPr/>
          <a:lstStyle/>
          <a:p>
            <a:fld id="{E96C2100-8A1C-405C-8EB2-B45C05C02E3A}" type="slidenum">
              <a:rPr lang="en-US"/>
              <a:pPr/>
              <a:t>11</a:t>
            </a:fld>
            <a:endParaRPr lang="en-US"/>
          </a:p>
        </p:txBody>
      </p:sp>
      <p:graphicFrame>
        <p:nvGraphicFramePr>
          <p:cNvPr id="13318" name="Object 1024"/>
          <p:cNvGraphicFramePr>
            <a:graphicFrameLocks noChangeAspect="1"/>
          </p:cNvGraphicFramePr>
          <p:nvPr/>
        </p:nvGraphicFramePr>
        <p:xfrm>
          <a:off x="0" y="838200"/>
          <a:ext cx="9144000" cy="1919288"/>
        </p:xfrm>
        <a:graphic>
          <a:graphicData uri="http://schemas.openxmlformats.org/presentationml/2006/ole">
            <p:oleObj spid="_x0000_s13318" name="CorelDRAW" r:id="rId3" imgW="8085240" imgH="1697400" progId="CorelDRAW.Graphic.9">
              <p:embed/>
            </p:oleObj>
          </a:graphicData>
        </a:graphic>
      </p:graphicFrame>
      <p:pic>
        <p:nvPicPr>
          <p:cNvPr id="13319" name="Picture 1029" descr="D:\QuranPak Translation\Jpg Folder\text12.jpg"/>
          <p:cNvPicPr>
            <a:picLocks noChangeAspect="1" noChangeArrowheads="1"/>
          </p:cNvPicPr>
          <p:nvPr/>
        </p:nvPicPr>
        <p:blipFill>
          <a:blip r:embed="rId4" cstate="print"/>
          <a:srcRect/>
          <a:stretch>
            <a:fillRect/>
          </a:stretch>
        </p:blipFill>
        <p:spPr bwMode="auto">
          <a:xfrm>
            <a:off x="0" y="3276600"/>
            <a:ext cx="9144000" cy="2192338"/>
          </a:xfrm>
          <a:prstGeom prst="rect">
            <a:avLst/>
          </a:prstGeom>
          <a:noFill/>
          <a:ln w="9525">
            <a:solidFill>
              <a:schemeClr val="tx2"/>
            </a:solid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1"/>
          <p:cNvSpPr>
            <a:spLocks noGrp="1"/>
          </p:cNvSpPr>
          <p:nvPr>
            <p:ph type="dt" sz="half" idx="10"/>
          </p:nvPr>
        </p:nvSpPr>
        <p:spPr/>
        <p:txBody>
          <a:bodyPr/>
          <a:lstStyle/>
          <a:p>
            <a:fld id="{1BF0BB12-E25B-4B99-B33C-7828504D48B2}" type="datetime6">
              <a:rPr lang="en-US"/>
              <a:pPr/>
              <a:t>April 13</a:t>
            </a:fld>
            <a:endParaRPr lang="en-US"/>
          </a:p>
        </p:txBody>
      </p:sp>
      <p:sp>
        <p:nvSpPr>
          <p:cNvPr id="10" name="Slide Number Placeholder 3"/>
          <p:cNvSpPr>
            <a:spLocks noGrp="1"/>
          </p:cNvSpPr>
          <p:nvPr>
            <p:ph type="sldNum" sz="quarter" idx="12"/>
          </p:nvPr>
        </p:nvSpPr>
        <p:spPr/>
        <p:txBody>
          <a:bodyPr/>
          <a:lstStyle/>
          <a:p>
            <a:fld id="{C2C3FD40-B1D4-48EB-BAB7-2113BE97F4E6}" type="slidenum">
              <a:rPr lang="en-US"/>
              <a:pPr/>
              <a:t>12</a:t>
            </a:fld>
            <a:endParaRPr lang="en-US"/>
          </a:p>
        </p:txBody>
      </p:sp>
      <p:sp>
        <p:nvSpPr>
          <p:cNvPr id="15364" name="AutoShape 4"/>
          <p:cNvSpPr>
            <a:spLocks noChangeArrowheads="1"/>
          </p:cNvSpPr>
          <p:nvPr/>
        </p:nvSpPr>
        <p:spPr bwMode="auto">
          <a:xfrm>
            <a:off x="457200" y="1524000"/>
            <a:ext cx="1752600" cy="687388"/>
          </a:xfrm>
          <a:prstGeom prst="roundRect">
            <a:avLst>
              <a:gd name="adj" fmla="val 16667"/>
            </a:avLst>
          </a:prstGeom>
          <a:gradFill rotWithShape="0">
            <a:gsLst>
              <a:gs pos="0">
                <a:srgbClr val="FFFFFF"/>
              </a:gs>
              <a:gs pos="100000">
                <a:srgbClr val="FFFFCC"/>
              </a:gs>
            </a:gsLst>
            <a:lin ang="5400000" scaled="1"/>
          </a:gradFill>
          <a:ln w="9525" algn="ctr">
            <a:solidFill>
              <a:schemeClr val="bg2"/>
            </a:solidFill>
            <a:round/>
            <a:headEnd/>
            <a:tailEnd/>
          </a:ln>
          <a:effectLst/>
        </p:spPr>
        <p:txBody>
          <a:bodyPr wrap="none" anchor="ctr"/>
          <a:lstStyle/>
          <a:p>
            <a:pPr algn="ctr"/>
            <a:r>
              <a:rPr lang="en-US" sz="3000" b="1">
                <a:solidFill>
                  <a:srgbClr val="990099"/>
                </a:solidFill>
                <a:latin typeface="Arial" charset="0"/>
                <a:cs typeface="Arial" charset="0"/>
              </a:rPr>
              <a:t>Eemaan</a:t>
            </a:r>
          </a:p>
        </p:txBody>
      </p:sp>
      <p:sp>
        <p:nvSpPr>
          <p:cNvPr id="15365" name="AutoShape 5"/>
          <p:cNvSpPr>
            <a:spLocks noChangeArrowheads="1"/>
          </p:cNvSpPr>
          <p:nvPr/>
        </p:nvSpPr>
        <p:spPr bwMode="auto">
          <a:xfrm>
            <a:off x="457200" y="2514600"/>
            <a:ext cx="1828800" cy="685800"/>
          </a:xfrm>
          <a:prstGeom prst="roundRect">
            <a:avLst>
              <a:gd name="adj" fmla="val 16667"/>
            </a:avLst>
          </a:prstGeom>
          <a:gradFill rotWithShape="0">
            <a:gsLst>
              <a:gs pos="0">
                <a:srgbClr val="FFFFFF"/>
              </a:gs>
              <a:gs pos="100000">
                <a:srgbClr val="FFFFCC"/>
              </a:gs>
            </a:gsLst>
            <a:lin ang="5400000" scaled="1"/>
          </a:gradFill>
          <a:ln w="9525" algn="ctr">
            <a:solidFill>
              <a:schemeClr val="bg2"/>
            </a:solidFill>
            <a:round/>
            <a:headEnd/>
            <a:tailEnd/>
          </a:ln>
          <a:effectLst/>
        </p:spPr>
        <p:txBody>
          <a:bodyPr wrap="none" anchor="ctr"/>
          <a:lstStyle/>
          <a:p>
            <a:pPr algn="ctr"/>
            <a:r>
              <a:rPr lang="en-US" sz="3000" b="1">
                <a:solidFill>
                  <a:srgbClr val="990099"/>
                </a:solidFill>
                <a:latin typeface="Arial" charset="0"/>
                <a:cs typeface="Arial" charset="0"/>
              </a:rPr>
              <a:t>Salaat</a:t>
            </a:r>
          </a:p>
        </p:txBody>
      </p:sp>
      <p:sp>
        <p:nvSpPr>
          <p:cNvPr id="15366" name="AutoShape 6"/>
          <p:cNvSpPr>
            <a:spLocks noChangeArrowheads="1"/>
          </p:cNvSpPr>
          <p:nvPr/>
        </p:nvSpPr>
        <p:spPr bwMode="auto">
          <a:xfrm>
            <a:off x="533400" y="3505200"/>
            <a:ext cx="1752600" cy="687388"/>
          </a:xfrm>
          <a:prstGeom prst="roundRect">
            <a:avLst>
              <a:gd name="adj" fmla="val 16667"/>
            </a:avLst>
          </a:prstGeom>
          <a:gradFill rotWithShape="0">
            <a:gsLst>
              <a:gs pos="0">
                <a:srgbClr val="FFFFFF"/>
              </a:gs>
              <a:gs pos="100000">
                <a:srgbClr val="FFFFCC"/>
              </a:gs>
            </a:gsLst>
            <a:lin ang="5400000" scaled="1"/>
          </a:gradFill>
          <a:ln w="9525" algn="ctr">
            <a:solidFill>
              <a:schemeClr val="bg2"/>
            </a:solidFill>
            <a:round/>
            <a:headEnd/>
            <a:tailEnd/>
          </a:ln>
          <a:effectLst/>
        </p:spPr>
        <p:txBody>
          <a:bodyPr wrap="none" anchor="ctr"/>
          <a:lstStyle/>
          <a:p>
            <a:pPr algn="ctr"/>
            <a:r>
              <a:rPr lang="en-US" sz="3000" b="1">
                <a:solidFill>
                  <a:srgbClr val="990099"/>
                </a:solidFill>
                <a:latin typeface="Arial" charset="0"/>
                <a:cs typeface="Arial" charset="0"/>
              </a:rPr>
              <a:t>Zakaat</a:t>
            </a:r>
          </a:p>
        </p:txBody>
      </p:sp>
      <p:sp>
        <p:nvSpPr>
          <p:cNvPr id="15367" name="AutoShape 7"/>
          <p:cNvSpPr>
            <a:spLocks noChangeArrowheads="1"/>
          </p:cNvSpPr>
          <p:nvPr/>
        </p:nvSpPr>
        <p:spPr bwMode="auto">
          <a:xfrm>
            <a:off x="457200" y="4724400"/>
            <a:ext cx="1752600" cy="687388"/>
          </a:xfrm>
          <a:prstGeom prst="roundRect">
            <a:avLst>
              <a:gd name="adj" fmla="val 16667"/>
            </a:avLst>
          </a:prstGeom>
          <a:gradFill rotWithShape="0">
            <a:gsLst>
              <a:gs pos="0">
                <a:srgbClr val="FFFFFF"/>
              </a:gs>
              <a:gs pos="100000">
                <a:srgbClr val="FFFFCC"/>
              </a:gs>
            </a:gsLst>
            <a:lin ang="5400000" scaled="1"/>
          </a:gradFill>
          <a:ln w="9525" algn="ctr">
            <a:solidFill>
              <a:schemeClr val="bg2"/>
            </a:solidFill>
            <a:round/>
            <a:headEnd/>
            <a:tailEnd/>
          </a:ln>
          <a:effectLst/>
        </p:spPr>
        <p:txBody>
          <a:bodyPr wrap="none" anchor="ctr"/>
          <a:lstStyle/>
          <a:p>
            <a:pPr algn="ctr"/>
            <a:r>
              <a:rPr lang="en-US" sz="3000" b="1">
                <a:solidFill>
                  <a:srgbClr val="990099"/>
                </a:solidFill>
                <a:latin typeface="Arial" charset="0"/>
                <a:cs typeface="Arial" charset="0"/>
              </a:rPr>
              <a:t>Sawm</a:t>
            </a:r>
          </a:p>
        </p:txBody>
      </p:sp>
      <p:sp>
        <p:nvSpPr>
          <p:cNvPr id="15368" name="AutoShape 8"/>
          <p:cNvSpPr>
            <a:spLocks noChangeArrowheads="1"/>
          </p:cNvSpPr>
          <p:nvPr/>
        </p:nvSpPr>
        <p:spPr bwMode="auto">
          <a:xfrm>
            <a:off x="381000" y="5791200"/>
            <a:ext cx="1828800" cy="685800"/>
          </a:xfrm>
          <a:prstGeom prst="roundRect">
            <a:avLst>
              <a:gd name="adj" fmla="val 16667"/>
            </a:avLst>
          </a:prstGeom>
          <a:gradFill rotWithShape="0">
            <a:gsLst>
              <a:gs pos="0">
                <a:srgbClr val="FFFFFF"/>
              </a:gs>
              <a:gs pos="100000">
                <a:srgbClr val="FFFFCC"/>
              </a:gs>
            </a:gsLst>
            <a:lin ang="5400000" scaled="1"/>
          </a:gradFill>
          <a:ln w="9525" algn="ctr">
            <a:solidFill>
              <a:schemeClr val="bg2"/>
            </a:solidFill>
            <a:round/>
            <a:headEnd/>
            <a:tailEnd/>
          </a:ln>
          <a:effectLst/>
        </p:spPr>
        <p:txBody>
          <a:bodyPr wrap="none" anchor="ctr"/>
          <a:lstStyle/>
          <a:p>
            <a:pPr algn="ctr"/>
            <a:r>
              <a:rPr lang="en-US" sz="3000" b="1">
                <a:solidFill>
                  <a:srgbClr val="990099"/>
                </a:solidFill>
                <a:latin typeface="Arial" charset="0"/>
                <a:cs typeface="Arial" charset="0"/>
              </a:rPr>
              <a:t>Hajj</a:t>
            </a:r>
          </a:p>
        </p:txBody>
      </p:sp>
      <p:sp>
        <p:nvSpPr>
          <p:cNvPr id="15369" name="Rectangle 9"/>
          <p:cNvSpPr>
            <a:spLocks noChangeArrowheads="1"/>
          </p:cNvSpPr>
          <p:nvPr/>
        </p:nvSpPr>
        <p:spPr bwMode="auto">
          <a:xfrm>
            <a:off x="2362200" y="1600200"/>
            <a:ext cx="6477000" cy="4530725"/>
          </a:xfrm>
          <a:prstGeom prst="rect">
            <a:avLst/>
          </a:prstGeom>
          <a:noFill/>
          <a:ln w="9525">
            <a:noFill/>
            <a:miter lim="800000"/>
            <a:headEnd/>
            <a:tailEnd/>
          </a:ln>
          <a:effectLst/>
        </p:spPr>
        <p:txBody>
          <a:bodyPr/>
          <a:lstStyle/>
          <a:p>
            <a:pPr marL="342900" indent="-342900" eaLnBrk="1" hangingPunct="1">
              <a:lnSpc>
                <a:spcPct val="90000"/>
              </a:lnSpc>
              <a:spcBef>
                <a:spcPct val="20000"/>
              </a:spcBef>
              <a:buClr>
                <a:schemeClr val="hlink"/>
              </a:buClr>
              <a:buSzPct val="65000"/>
              <a:buFont typeface="Wingdings" pitchFamily="2" charset="2"/>
              <a:buChar char="n"/>
            </a:pPr>
            <a:r>
              <a:rPr lang="en-US" sz="3000">
                <a:effectLst>
                  <a:outerShdw blurRad="38100" dist="38100" dir="2700000" algn="tl">
                    <a:srgbClr val="000000"/>
                  </a:outerShdw>
                </a:effectLst>
                <a:latin typeface="Georgia" pitchFamily="18" charset="0"/>
              </a:rPr>
              <a:t>Good moral conduct is outcome</a:t>
            </a:r>
          </a:p>
          <a:p>
            <a:pPr marL="342900" indent="-342900" eaLnBrk="1" hangingPunct="1">
              <a:lnSpc>
                <a:spcPct val="90000"/>
              </a:lnSpc>
              <a:spcBef>
                <a:spcPct val="20000"/>
              </a:spcBef>
              <a:buClr>
                <a:schemeClr val="hlink"/>
              </a:buClr>
              <a:buSzPct val="65000"/>
              <a:buFont typeface="Wingdings" pitchFamily="2" charset="2"/>
              <a:buChar char="n"/>
            </a:pPr>
            <a:endParaRPr lang="en-US" sz="3000">
              <a:effectLst>
                <a:outerShdw blurRad="38100" dist="38100" dir="2700000" algn="tl">
                  <a:srgbClr val="000000"/>
                </a:outerShdw>
              </a:effectLst>
              <a:latin typeface="Georgia" pitchFamily="18" charset="0"/>
            </a:endParaRPr>
          </a:p>
          <a:p>
            <a:pPr marL="342900" indent="-342900" eaLnBrk="1" hangingPunct="1">
              <a:lnSpc>
                <a:spcPct val="90000"/>
              </a:lnSpc>
              <a:spcBef>
                <a:spcPct val="20000"/>
              </a:spcBef>
              <a:buClr>
                <a:schemeClr val="hlink"/>
              </a:buClr>
              <a:buSzPct val="65000"/>
              <a:buFont typeface="Wingdings" pitchFamily="2" charset="2"/>
              <a:buChar char="n"/>
            </a:pPr>
            <a:r>
              <a:rPr lang="en-US" sz="3000">
                <a:effectLst>
                  <a:outerShdw blurRad="38100" dist="38100" dir="2700000" algn="tl">
                    <a:srgbClr val="000000"/>
                  </a:outerShdw>
                </a:effectLst>
                <a:latin typeface="Georgia" pitchFamily="18" charset="0"/>
              </a:rPr>
              <a:t>Forbids lewdness &amp; bad conducts</a:t>
            </a:r>
          </a:p>
          <a:p>
            <a:pPr marL="342900" indent="-342900" eaLnBrk="1" hangingPunct="1">
              <a:lnSpc>
                <a:spcPct val="90000"/>
              </a:lnSpc>
              <a:spcBef>
                <a:spcPct val="20000"/>
              </a:spcBef>
              <a:buClr>
                <a:schemeClr val="hlink"/>
              </a:buClr>
              <a:buSzPct val="65000"/>
              <a:buFont typeface="Wingdings" pitchFamily="2" charset="2"/>
              <a:buNone/>
            </a:pPr>
            <a:endParaRPr lang="en-US" sz="3000">
              <a:effectLst>
                <a:outerShdw blurRad="38100" dist="38100" dir="2700000" algn="tl">
                  <a:srgbClr val="000000"/>
                </a:outerShdw>
              </a:effectLst>
              <a:latin typeface="Georgia" pitchFamily="18" charset="0"/>
            </a:endParaRPr>
          </a:p>
          <a:p>
            <a:pPr marL="342900" indent="-342900" eaLnBrk="1" hangingPunct="1">
              <a:lnSpc>
                <a:spcPct val="90000"/>
              </a:lnSpc>
              <a:spcBef>
                <a:spcPct val="20000"/>
              </a:spcBef>
              <a:buClr>
                <a:schemeClr val="hlink"/>
              </a:buClr>
              <a:buSzPct val="65000"/>
              <a:buFont typeface="Wingdings" pitchFamily="2" charset="2"/>
              <a:buChar char="n"/>
            </a:pPr>
            <a:r>
              <a:rPr lang="en-US" sz="3000">
                <a:effectLst>
                  <a:outerShdw blurRad="38100" dist="38100" dir="2700000" algn="tl">
                    <a:srgbClr val="000000"/>
                  </a:outerShdw>
                </a:effectLst>
                <a:latin typeface="Georgia" pitchFamily="18" charset="0"/>
              </a:rPr>
              <a:t>Teaches compassion and sympathy</a:t>
            </a:r>
          </a:p>
          <a:p>
            <a:pPr marL="342900" indent="-342900" eaLnBrk="1" hangingPunct="1">
              <a:lnSpc>
                <a:spcPct val="90000"/>
              </a:lnSpc>
              <a:spcBef>
                <a:spcPct val="20000"/>
              </a:spcBef>
              <a:buClr>
                <a:schemeClr val="hlink"/>
              </a:buClr>
              <a:buSzPct val="65000"/>
              <a:buFont typeface="Wingdings" pitchFamily="2" charset="2"/>
              <a:buNone/>
            </a:pPr>
            <a:endParaRPr lang="en-US" sz="3000">
              <a:effectLst>
                <a:outerShdw blurRad="38100" dist="38100" dir="2700000" algn="tl">
                  <a:srgbClr val="000000"/>
                </a:outerShdw>
              </a:effectLst>
              <a:latin typeface="Georgia" pitchFamily="18" charset="0"/>
            </a:endParaRPr>
          </a:p>
          <a:p>
            <a:pPr marL="342900" indent="-342900" eaLnBrk="1" hangingPunct="1">
              <a:lnSpc>
                <a:spcPct val="90000"/>
              </a:lnSpc>
              <a:spcBef>
                <a:spcPct val="20000"/>
              </a:spcBef>
              <a:buClr>
                <a:schemeClr val="hlink"/>
              </a:buClr>
              <a:buSzPct val="65000"/>
              <a:buFont typeface="Wingdings" pitchFamily="2" charset="2"/>
              <a:buChar char="n"/>
            </a:pPr>
            <a:r>
              <a:rPr lang="en-US" sz="3000">
                <a:effectLst>
                  <a:outerShdw blurRad="38100" dist="38100" dir="2700000" algn="tl">
                    <a:srgbClr val="000000"/>
                  </a:outerShdw>
                </a:effectLst>
                <a:latin typeface="Georgia" pitchFamily="18" charset="0"/>
              </a:rPr>
              <a:t>Drives towards Taqwa and sympathy</a:t>
            </a:r>
          </a:p>
          <a:p>
            <a:pPr marL="342900" indent="-342900" eaLnBrk="1" hangingPunct="1">
              <a:lnSpc>
                <a:spcPct val="90000"/>
              </a:lnSpc>
              <a:spcBef>
                <a:spcPct val="20000"/>
              </a:spcBef>
              <a:buClr>
                <a:schemeClr val="hlink"/>
              </a:buClr>
              <a:buSzPct val="65000"/>
              <a:buFont typeface="Wingdings" pitchFamily="2" charset="2"/>
              <a:buChar char="n"/>
            </a:pPr>
            <a:r>
              <a:rPr lang="en-US" sz="3000">
                <a:effectLst>
                  <a:outerShdw blurRad="38100" dist="38100" dir="2700000" algn="tl">
                    <a:srgbClr val="000000"/>
                  </a:outerShdw>
                </a:effectLst>
                <a:latin typeface="Georgia" pitchFamily="18" charset="0"/>
              </a:rPr>
              <a:t>Guides towards moral upbringing</a:t>
            </a:r>
          </a:p>
          <a:p>
            <a:pPr marL="342900" indent="-342900" eaLnBrk="1" hangingPunct="1">
              <a:lnSpc>
                <a:spcPct val="90000"/>
              </a:lnSpc>
              <a:spcBef>
                <a:spcPct val="20000"/>
              </a:spcBef>
              <a:buClr>
                <a:schemeClr val="hlink"/>
              </a:buClr>
              <a:buSzPct val="65000"/>
              <a:buFont typeface="Wingdings" pitchFamily="2" charset="2"/>
              <a:buNone/>
            </a:pPr>
            <a:endParaRPr lang="en-US" sz="3000">
              <a:effectLst>
                <a:outerShdw blurRad="38100" dist="38100" dir="2700000" algn="tl">
                  <a:srgbClr val="000000"/>
                </a:outerShdw>
              </a:effectLst>
              <a:latin typeface="Georgia" pitchFamily="18" charset="0"/>
            </a:endParaRPr>
          </a:p>
        </p:txBody>
      </p:sp>
      <p:sp>
        <p:nvSpPr>
          <p:cNvPr id="15370" name="Rectangle 10"/>
          <p:cNvSpPr>
            <a:spLocks noChangeArrowheads="1"/>
          </p:cNvSpPr>
          <p:nvPr/>
        </p:nvSpPr>
        <p:spPr bwMode="auto">
          <a:xfrm>
            <a:off x="457200" y="228600"/>
            <a:ext cx="8229600" cy="1139825"/>
          </a:xfrm>
          <a:prstGeom prst="rect">
            <a:avLst/>
          </a:prstGeom>
          <a:solidFill>
            <a:srgbClr val="DDDDDD"/>
          </a:solidFill>
          <a:ln w="9525">
            <a:solidFill>
              <a:schemeClr val="tx2"/>
            </a:solidFill>
            <a:miter lim="800000"/>
            <a:headEnd/>
            <a:tailEnd/>
          </a:ln>
          <a:effectLst/>
        </p:spPr>
        <p:txBody>
          <a:bodyPr/>
          <a:lstStyle/>
          <a:p>
            <a:pPr algn="ctr" eaLnBrk="1" hangingPunct="1"/>
            <a:r>
              <a:rPr lang="en-US" sz="3600" b="1">
                <a:solidFill>
                  <a:schemeClr val="accent2"/>
                </a:solidFill>
                <a:effectLst>
                  <a:outerShdw blurRad="38100" dist="38100" dir="2700000" algn="tl">
                    <a:srgbClr val="000000"/>
                  </a:outerShdw>
                </a:effectLst>
                <a:latin typeface="Georgia" pitchFamily="18" charset="0"/>
              </a:rPr>
              <a:t>THE PILLARS OF ISLAM </a:t>
            </a:r>
            <a:br>
              <a:rPr lang="en-US" sz="3600" b="1">
                <a:solidFill>
                  <a:schemeClr val="accent2"/>
                </a:solidFill>
                <a:effectLst>
                  <a:outerShdw blurRad="38100" dist="38100" dir="2700000" algn="tl">
                    <a:srgbClr val="000000"/>
                  </a:outerShdw>
                </a:effectLst>
                <a:latin typeface="Georgia" pitchFamily="18" charset="0"/>
              </a:rPr>
            </a:br>
            <a:r>
              <a:rPr lang="en-US" sz="3600" b="1">
                <a:solidFill>
                  <a:schemeClr val="accent2"/>
                </a:solidFill>
                <a:effectLst>
                  <a:outerShdw blurRad="38100" dist="38100" dir="2700000" algn="tl">
                    <a:srgbClr val="000000"/>
                  </a:outerShdw>
                </a:effectLst>
                <a:latin typeface="Georgia" pitchFamily="18" charset="0"/>
              </a:rPr>
              <a:t>&amp; MORAL CONDUCT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 calcmode="lin" valueType="num">
                                      <p:cBhvr additive="base">
                                        <p:cTn id="7" dur="1000" fill="hold"/>
                                        <p:tgtEl>
                                          <p:spTgt spid="15364"/>
                                        </p:tgtEl>
                                        <p:attrNameLst>
                                          <p:attrName>ppt_x</p:attrName>
                                        </p:attrNameLst>
                                      </p:cBhvr>
                                      <p:tavLst>
                                        <p:tav tm="0">
                                          <p:val>
                                            <p:strVal val="#ppt_x"/>
                                          </p:val>
                                        </p:tav>
                                        <p:tav tm="100000">
                                          <p:val>
                                            <p:strVal val="#ppt_x"/>
                                          </p:val>
                                        </p:tav>
                                      </p:tavLst>
                                    </p:anim>
                                    <p:anim calcmode="lin" valueType="num">
                                      <p:cBhvr additive="base">
                                        <p:cTn id="8" dur="1000" fill="hold"/>
                                        <p:tgtEl>
                                          <p:spTgt spid="153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5"/>
                                        </p:tgtEl>
                                        <p:attrNameLst>
                                          <p:attrName>style.visibility</p:attrName>
                                        </p:attrNameLst>
                                      </p:cBhvr>
                                      <p:to>
                                        <p:strVal val="visible"/>
                                      </p:to>
                                    </p:set>
                                    <p:anim calcmode="lin" valueType="num">
                                      <p:cBhvr additive="base">
                                        <p:cTn id="13" dur="1000" fill="hold"/>
                                        <p:tgtEl>
                                          <p:spTgt spid="15365"/>
                                        </p:tgtEl>
                                        <p:attrNameLst>
                                          <p:attrName>ppt_x</p:attrName>
                                        </p:attrNameLst>
                                      </p:cBhvr>
                                      <p:tavLst>
                                        <p:tav tm="0">
                                          <p:val>
                                            <p:strVal val="#ppt_x"/>
                                          </p:val>
                                        </p:tav>
                                        <p:tav tm="100000">
                                          <p:val>
                                            <p:strVal val="#ppt_x"/>
                                          </p:val>
                                        </p:tav>
                                      </p:tavLst>
                                    </p:anim>
                                    <p:anim calcmode="lin" valueType="num">
                                      <p:cBhvr additive="base">
                                        <p:cTn id="14" dur="1000" fill="hold"/>
                                        <p:tgtEl>
                                          <p:spTgt spid="1536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6"/>
                                        </p:tgtEl>
                                        <p:attrNameLst>
                                          <p:attrName>style.visibility</p:attrName>
                                        </p:attrNameLst>
                                      </p:cBhvr>
                                      <p:to>
                                        <p:strVal val="visible"/>
                                      </p:to>
                                    </p:set>
                                    <p:anim calcmode="lin" valueType="num">
                                      <p:cBhvr additive="base">
                                        <p:cTn id="19" dur="1000" fill="hold"/>
                                        <p:tgtEl>
                                          <p:spTgt spid="15366"/>
                                        </p:tgtEl>
                                        <p:attrNameLst>
                                          <p:attrName>ppt_x</p:attrName>
                                        </p:attrNameLst>
                                      </p:cBhvr>
                                      <p:tavLst>
                                        <p:tav tm="0">
                                          <p:val>
                                            <p:strVal val="#ppt_x"/>
                                          </p:val>
                                        </p:tav>
                                        <p:tav tm="100000">
                                          <p:val>
                                            <p:strVal val="#ppt_x"/>
                                          </p:val>
                                        </p:tav>
                                      </p:tavLst>
                                    </p:anim>
                                    <p:anim calcmode="lin" valueType="num">
                                      <p:cBhvr additive="base">
                                        <p:cTn id="20" dur="10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7"/>
                                        </p:tgtEl>
                                        <p:attrNameLst>
                                          <p:attrName>style.visibility</p:attrName>
                                        </p:attrNameLst>
                                      </p:cBhvr>
                                      <p:to>
                                        <p:strVal val="visible"/>
                                      </p:to>
                                    </p:set>
                                    <p:anim calcmode="lin" valueType="num">
                                      <p:cBhvr additive="base">
                                        <p:cTn id="25" dur="1000" fill="hold"/>
                                        <p:tgtEl>
                                          <p:spTgt spid="15367"/>
                                        </p:tgtEl>
                                        <p:attrNameLst>
                                          <p:attrName>ppt_x</p:attrName>
                                        </p:attrNameLst>
                                      </p:cBhvr>
                                      <p:tavLst>
                                        <p:tav tm="0">
                                          <p:val>
                                            <p:strVal val="#ppt_x"/>
                                          </p:val>
                                        </p:tav>
                                        <p:tav tm="100000">
                                          <p:val>
                                            <p:strVal val="#ppt_x"/>
                                          </p:val>
                                        </p:tav>
                                      </p:tavLst>
                                    </p:anim>
                                    <p:anim calcmode="lin" valueType="num">
                                      <p:cBhvr additive="base">
                                        <p:cTn id="26" dur="10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368"/>
                                        </p:tgtEl>
                                        <p:attrNameLst>
                                          <p:attrName>style.visibility</p:attrName>
                                        </p:attrNameLst>
                                      </p:cBhvr>
                                      <p:to>
                                        <p:strVal val="visible"/>
                                      </p:to>
                                    </p:set>
                                    <p:anim calcmode="lin" valueType="num">
                                      <p:cBhvr additive="base">
                                        <p:cTn id="31" dur="1000" fill="hold"/>
                                        <p:tgtEl>
                                          <p:spTgt spid="15368"/>
                                        </p:tgtEl>
                                        <p:attrNameLst>
                                          <p:attrName>ppt_x</p:attrName>
                                        </p:attrNameLst>
                                      </p:cBhvr>
                                      <p:tavLst>
                                        <p:tav tm="0">
                                          <p:val>
                                            <p:strVal val="#ppt_x"/>
                                          </p:val>
                                        </p:tav>
                                        <p:tav tm="100000">
                                          <p:val>
                                            <p:strVal val="#ppt_x"/>
                                          </p:val>
                                        </p:tav>
                                      </p:tavLst>
                                    </p:anim>
                                    <p:anim calcmode="lin" valueType="num">
                                      <p:cBhvr additive="base">
                                        <p:cTn id="32" dur="1000" fill="hold"/>
                                        <p:tgtEl>
                                          <p:spTgt spid="15368"/>
                                        </p:tgtEl>
                                        <p:attrNameLst>
                                          <p:attrName>ppt_y</p:attrName>
                                        </p:attrNameLst>
                                      </p:cBhvr>
                                      <p:tavLst>
                                        <p:tav tm="0">
                                          <p:val>
                                            <p:strVal val="1+#ppt_h/2"/>
                                          </p:val>
                                        </p:tav>
                                        <p:tav tm="100000">
                                          <p:val>
                                            <p:strVal val="#ppt_y"/>
                                          </p:val>
                                        </p:tav>
                                      </p:tavLst>
                                    </p:anim>
                                  </p:childTnLst>
                                </p:cTn>
                              </p:par>
                            </p:childTnLst>
                          </p:cTn>
                        </p:par>
                        <p:par>
                          <p:cTn id="33" fill="hold">
                            <p:stCondLst>
                              <p:cond delay="1000"/>
                            </p:stCondLst>
                            <p:childTnLst>
                              <p:par>
                                <p:cTn id="34" presetID="2" presetClass="entr" presetSubtype="2" fill="hold" grpId="0" nodeType="afterEffect">
                                  <p:stCondLst>
                                    <p:cond delay="0"/>
                                  </p:stCondLst>
                                  <p:childTnLst>
                                    <p:set>
                                      <p:cBhvr>
                                        <p:cTn id="35" dur="1" fill="hold">
                                          <p:stCondLst>
                                            <p:cond delay="0"/>
                                          </p:stCondLst>
                                        </p:cTn>
                                        <p:tgtEl>
                                          <p:spTgt spid="15369">
                                            <p:txEl>
                                              <p:pRg st="0" end="0"/>
                                            </p:txEl>
                                          </p:spTgt>
                                        </p:tgtEl>
                                        <p:attrNameLst>
                                          <p:attrName>style.visibility</p:attrName>
                                        </p:attrNameLst>
                                      </p:cBhvr>
                                      <p:to>
                                        <p:strVal val="visible"/>
                                      </p:to>
                                    </p:set>
                                    <p:anim calcmode="lin" valueType="num">
                                      <p:cBhvr additive="base">
                                        <p:cTn id="36" dur="1000" fill="hold"/>
                                        <p:tgtEl>
                                          <p:spTgt spid="15369">
                                            <p:txEl>
                                              <p:pRg st="0" end="0"/>
                                            </p:txEl>
                                          </p:spTgt>
                                        </p:tgtEl>
                                        <p:attrNameLst>
                                          <p:attrName>ppt_x</p:attrName>
                                        </p:attrNameLst>
                                      </p:cBhvr>
                                      <p:tavLst>
                                        <p:tav tm="0">
                                          <p:val>
                                            <p:strVal val="1+#ppt_w/2"/>
                                          </p:val>
                                        </p:tav>
                                        <p:tav tm="100000">
                                          <p:val>
                                            <p:strVal val="#ppt_x"/>
                                          </p:val>
                                        </p:tav>
                                      </p:tavLst>
                                    </p:anim>
                                    <p:anim calcmode="lin" valueType="num">
                                      <p:cBhvr additive="base">
                                        <p:cTn id="37" dur="1000" fill="hold"/>
                                        <p:tgtEl>
                                          <p:spTgt spid="15369">
                                            <p:txEl>
                                              <p:pRg st="0" end="0"/>
                                            </p:txEl>
                                          </p:spTgt>
                                        </p:tgtEl>
                                        <p:attrNameLst>
                                          <p:attrName>ppt_y</p:attrName>
                                        </p:attrNameLst>
                                      </p:cBhvr>
                                      <p:tavLst>
                                        <p:tav tm="0">
                                          <p:val>
                                            <p:strVal val="#ppt_y"/>
                                          </p:val>
                                        </p:tav>
                                        <p:tav tm="100000">
                                          <p:val>
                                            <p:strVal val="#ppt_y"/>
                                          </p:val>
                                        </p:tav>
                                      </p:tavLst>
                                    </p:anim>
                                  </p:childTnLst>
                                </p:cTn>
                              </p:par>
                            </p:childTnLst>
                          </p:cTn>
                        </p:par>
                        <p:par>
                          <p:cTn id="38" fill="hold">
                            <p:stCondLst>
                              <p:cond delay="2000"/>
                            </p:stCondLst>
                            <p:childTnLst>
                              <p:par>
                                <p:cTn id="39" presetID="2" presetClass="entr" presetSubtype="2" fill="hold" grpId="0" nodeType="afterEffect">
                                  <p:stCondLst>
                                    <p:cond delay="0"/>
                                  </p:stCondLst>
                                  <p:childTnLst>
                                    <p:set>
                                      <p:cBhvr>
                                        <p:cTn id="40" dur="1" fill="hold">
                                          <p:stCondLst>
                                            <p:cond delay="0"/>
                                          </p:stCondLst>
                                        </p:cTn>
                                        <p:tgtEl>
                                          <p:spTgt spid="15369">
                                            <p:txEl>
                                              <p:pRg st="2" end="2"/>
                                            </p:txEl>
                                          </p:spTgt>
                                        </p:tgtEl>
                                        <p:attrNameLst>
                                          <p:attrName>style.visibility</p:attrName>
                                        </p:attrNameLst>
                                      </p:cBhvr>
                                      <p:to>
                                        <p:strVal val="visible"/>
                                      </p:to>
                                    </p:set>
                                    <p:anim calcmode="lin" valueType="num">
                                      <p:cBhvr additive="base">
                                        <p:cTn id="41" dur="1000" fill="hold"/>
                                        <p:tgtEl>
                                          <p:spTgt spid="15369">
                                            <p:txEl>
                                              <p:pRg st="2" end="2"/>
                                            </p:txEl>
                                          </p:spTgt>
                                        </p:tgtEl>
                                        <p:attrNameLst>
                                          <p:attrName>ppt_x</p:attrName>
                                        </p:attrNameLst>
                                      </p:cBhvr>
                                      <p:tavLst>
                                        <p:tav tm="0">
                                          <p:val>
                                            <p:strVal val="1+#ppt_w/2"/>
                                          </p:val>
                                        </p:tav>
                                        <p:tav tm="100000">
                                          <p:val>
                                            <p:strVal val="#ppt_x"/>
                                          </p:val>
                                        </p:tav>
                                      </p:tavLst>
                                    </p:anim>
                                    <p:anim calcmode="lin" valueType="num">
                                      <p:cBhvr additive="base">
                                        <p:cTn id="42" dur="1000" fill="hold"/>
                                        <p:tgtEl>
                                          <p:spTgt spid="15369">
                                            <p:txEl>
                                              <p:pRg st="2" end="2"/>
                                            </p:txEl>
                                          </p:spTgt>
                                        </p:tgtEl>
                                        <p:attrNameLst>
                                          <p:attrName>ppt_y</p:attrName>
                                        </p:attrNameLst>
                                      </p:cBhvr>
                                      <p:tavLst>
                                        <p:tav tm="0">
                                          <p:val>
                                            <p:strVal val="#ppt_y"/>
                                          </p:val>
                                        </p:tav>
                                        <p:tav tm="100000">
                                          <p:val>
                                            <p:strVal val="#ppt_y"/>
                                          </p:val>
                                        </p:tav>
                                      </p:tavLst>
                                    </p:anim>
                                  </p:childTnLst>
                                </p:cTn>
                              </p:par>
                            </p:childTnLst>
                          </p:cTn>
                        </p:par>
                        <p:par>
                          <p:cTn id="43" fill="hold">
                            <p:stCondLst>
                              <p:cond delay="3000"/>
                            </p:stCondLst>
                            <p:childTnLst>
                              <p:par>
                                <p:cTn id="44" presetID="2" presetClass="entr" presetSubtype="2" fill="hold" grpId="0" nodeType="afterEffect">
                                  <p:stCondLst>
                                    <p:cond delay="0"/>
                                  </p:stCondLst>
                                  <p:childTnLst>
                                    <p:set>
                                      <p:cBhvr>
                                        <p:cTn id="45" dur="1" fill="hold">
                                          <p:stCondLst>
                                            <p:cond delay="0"/>
                                          </p:stCondLst>
                                        </p:cTn>
                                        <p:tgtEl>
                                          <p:spTgt spid="15369">
                                            <p:txEl>
                                              <p:pRg st="4" end="4"/>
                                            </p:txEl>
                                          </p:spTgt>
                                        </p:tgtEl>
                                        <p:attrNameLst>
                                          <p:attrName>style.visibility</p:attrName>
                                        </p:attrNameLst>
                                      </p:cBhvr>
                                      <p:to>
                                        <p:strVal val="visible"/>
                                      </p:to>
                                    </p:set>
                                    <p:anim calcmode="lin" valueType="num">
                                      <p:cBhvr additive="base">
                                        <p:cTn id="46" dur="1000" fill="hold"/>
                                        <p:tgtEl>
                                          <p:spTgt spid="15369">
                                            <p:txEl>
                                              <p:pRg st="4" end="4"/>
                                            </p:txEl>
                                          </p:spTgt>
                                        </p:tgtEl>
                                        <p:attrNameLst>
                                          <p:attrName>ppt_x</p:attrName>
                                        </p:attrNameLst>
                                      </p:cBhvr>
                                      <p:tavLst>
                                        <p:tav tm="0">
                                          <p:val>
                                            <p:strVal val="1+#ppt_w/2"/>
                                          </p:val>
                                        </p:tav>
                                        <p:tav tm="100000">
                                          <p:val>
                                            <p:strVal val="#ppt_x"/>
                                          </p:val>
                                        </p:tav>
                                      </p:tavLst>
                                    </p:anim>
                                    <p:anim calcmode="lin" valueType="num">
                                      <p:cBhvr additive="base">
                                        <p:cTn id="47" dur="1000" fill="hold"/>
                                        <p:tgtEl>
                                          <p:spTgt spid="15369">
                                            <p:txEl>
                                              <p:pRg st="4" end="4"/>
                                            </p:txEl>
                                          </p:spTgt>
                                        </p:tgtEl>
                                        <p:attrNameLst>
                                          <p:attrName>ppt_y</p:attrName>
                                        </p:attrNameLst>
                                      </p:cBhvr>
                                      <p:tavLst>
                                        <p:tav tm="0">
                                          <p:val>
                                            <p:strVal val="#ppt_y"/>
                                          </p:val>
                                        </p:tav>
                                        <p:tav tm="100000">
                                          <p:val>
                                            <p:strVal val="#ppt_y"/>
                                          </p:val>
                                        </p:tav>
                                      </p:tavLst>
                                    </p:anim>
                                  </p:childTnLst>
                                </p:cTn>
                              </p:par>
                            </p:childTnLst>
                          </p:cTn>
                        </p:par>
                        <p:par>
                          <p:cTn id="48" fill="hold">
                            <p:stCondLst>
                              <p:cond delay="4000"/>
                            </p:stCondLst>
                            <p:childTnLst>
                              <p:par>
                                <p:cTn id="49" presetID="2" presetClass="entr" presetSubtype="2" fill="hold" grpId="0" nodeType="afterEffect">
                                  <p:stCondLst>
                                    <p:cond delay="0"/>
                                  </p:stCondLst>
                                  <p:childTnLst>
                                    <p:set>
                                      <p:cBhvr>
                                        <p:cTn id="50" dur="1" fill="hold">
                                          <p:stCondLst>
                                            <p:cond delay="0"/>
                                          </p:stCondLst>
                                        </p:cTn>
                                        <p:tgtEl>
                                          <p:spTgt spid="15369">
                                            <p:txEl>
                                              <p:pRg st="6" end="6"/>
                                            </p:txEl>
                                          </p:spTgt>
                                        </p:tgtEl>
                                        <p:attrNameLst>
                                          <p:attrName>style.visibility</p:attrName>
                                        </p:attrNameLst>
                                      </p:cBhvr>
                                      <p:to>
                                        <p:strVal val="visible"/>
                                      </p:to>
                                    </p:set>
                                    <p:anim calcmode="lin" valueType="num">
                                      <p:cBhvr additive="base">
                                        <p:cTn id="51" dur="1000" fill="hold"/>
                                        <p:tgtEl>
                                          <p:spTgt spid="15369">
                                            <p:txEl>
                                              <p:pRg st="6" end="6"/>
                                            </p:txEl>
                                          </p:spTgt>
                                        </p:tgtEl>
                                        <p:attrNameLst>
                                          <p:attrName>ppt_x</p:attrName>
                                        </p:attrNameLst>
                                      </p:cBhvr>
                                      <p:tavLst>
                                        <p:tav tm="0">
                                          <p:val>
                                            <p:strVal val="1+#ppt_w/2"/>
                                          </p:val>
                                        </p:tav>
                                        <p:tav tm="100000">
                                          <p:val>
                                            <p:strVal val="#ppt_x"/>
                                          </p:val>
                                        </p:tav>
                                      </p:tavLst>
                                    </p:anim>
                                    <p:anim calcmode="lin" valueType="num">
                                      <p:cBhvr additive="base">
                                        <p:cTn id="52" dur="1000" fill="hold"/>
                                        <p:tgtEl>
                                          <p:spTgt spid="1536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15369">
                                            <p:txEl>
                                              <p:pRg st="7" end="7"/>
                                            </p:txEl>
                                          </p:spTgt>
                                        </p:tgtEl>
                                        <p:attrNameLst>
                                          <p:attrName>style.visibility</p:attrName>
                                        </p:attrNameLst>
                                      </p:cBhvr>
                                      <p:to>
                                        <p:strVal val="visible"/>
                                      </p:to>
                                    </p:set>
                                    <p:anim calcmode="lin" valueType="num">
                                      <p:cBhvr additive="base">
                                        <p:cTn id="57" dur="1000" fill="hold"/>
                                        <p:tgtEl>
                                          <p:spTgt spid="15369">
                                            <p:txEl>
                                              <p:pRg st="7" end="7"/>
                                            </p:txEl>
                                          </p:spTgt>
                                        </p:tgtEl>
                                        <p:attrNameLst>
                                          <p:attrName>ppt_x</p:attrName>
                                        </p:attrNameLst>
                                      </p:cBhvr>
                                      <p:tavLst>
                                        <p:tav tm="0">
                                          <p:val>
                                            <p:strVal val="1+#ppt_w/2"/>
                                          </p:val>
                                        </p:tav>
                                        <p:tav tm="100000">
                                          <p:val>
                                            <p:strVal val="#ppt_x"/>
                                          </p:val>
                                        </p:tav>
                                      </p:tavLst>
                                    </p:anim>
                                    <p:anim calcmode="lin" valueType="num">
                                      <p:cBhvr additive="base">
                                        <p:cTn id="58" dur="1000" fill="hold"/>
                                        <p:tgtEl>
                                          <p:spTgt spid="1536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nimBg="1" autoUpdateAnimBg="0"/>
      <p:bldP spid="15365" grpId="0" animBg="1" autoUpdateAnimBg="0"/>
      <p:bldP spid="15366" grpId="0" animBg="1" autoUpdateAnimBg="0"/>
      <p:bldP spid="15367" grpId="0" animBg="1" autoUpdateAnimBg="0"/>
      <p:bldP spid="15368" grpId="0" animBg="1" autoUpdateAnimBg="0"/>
      <p:bldP spid="1536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1"/>
          <p:cNvSpPr>
            <a:spLocks noGrp="1"/>
          </p:cNvSpPr>
          <p:nvPr>
            <p:ph type="dt" sz="half" idx="10"/>
          </p:nvPr>
        </p:nvSpPr>
        <p:spPr/>
        <p:txBody>
          <a:bodyPr/>
          <a:lstStyle/>
          <a:p>
            <a:fld id="{F61F35BC-A3D2-4B30-8926-9F343E7B49E1}" type="datetime6">
              <a:rPr lang="en-US"/>
              <a:pPr/>
              <a:t>April 13</a:t>
            </a:fld>
            <a:endParaRPr lang="en-US"/>
          </a:p>
        </p:txBody>
      </p:sp>
      <p:sp>
        <p:nvSpPr>
          <p:cNvPr id="9" name="Slide Number Placeholder 3"/>
          <p:cNvSpPr>
            <a:spLocks noGrp="1"/>
          </p:cNvSpPr>
          <p:nvPr>
            <p:ph type="sldNum" sz="quarter" idx="12"/>
          </p:nvPr>
        </p:nvSpPr>
        <p:spPr/>
        <p:txBody>
          <a:bodyPr/>
          <a:lstStyle/>
          <a:p>
            <a:fld id="{28CB1DD2-77A1-4B39-B364-755F7289618A}" type="slidenum">
              <a:rPr lang="en-US"/>
              <a:pPr/>
              <a:t>13</a:t>
            </a:fld>
            <a:endParaRPr lang="en-US"/>
          </a:p>
        </p:txBody>
      </p:sp>
      <p:pic>
        <p:nvPicPr>
          <p:cNvPr id="67588" name="Picture 4" descr="023001"/>
          <p:cNvPicPr>
            <a:picLocks noChangeAspect="1" noChangeArrowheads="1"/>
          </p:cNvPicPr>
          <p:nvPr/>
        </p:nvPicPr>
        <p:blipFill>
          <a:blip r:embed="rId2" cstate="print"/>
          <a:srcRect/>
          <a:stretch>
            <a:fillRect/>
          </a:stretch>
        </p:blipFill>
        <p:spPr bwMode="auto">
          <a:xfrm>
            <a:off x="3200400" y="1524000"/>
            <a:ext cx="4419600" cy="989013"/>
          </a:xfrm>
          <a:prstGeom prst="rect">
            <a:avLst/>
          </a:prstGeom>
          <a:noFill/>
        </p:spPr>
      </p:pic>
      <p:pic>
        <p:nvPicPr>
          <p:cNvPr id="67589" name="Picture 5" descr="023002"/>
          <p:cNvPicPr>
            <a:picLocks noChangeAspect="1" noChangeArrowheads="1"/>
          </p:cNvPicPr>
          <p:nvPr/>
        </p:nvPicPr>
        <p:blipFill>
          <a:blip r:embed="rId3" cstate="print"/>
          <a:srcRect/>
          <a:stretch>
            <a:fillRect/>
          </a:stretch>
        </p:blipFill>
        <p:spPr bwMode="auto">
          <a:xfrm>
            <a:off x="2057400" y="2590800"/>
            <a:ext cx="6019800" cy="946150"/>
          </a:xfrm>
          <a:prstGeom prst="rect">
            <a:avLst/>
          </a:prstGeom>
          <a:noFill/>
        </p:spPr>
      </p:pic>
      <p:pic>
        <p:nvPicPr>
          <p:cNvPr id="67590" name="Picture 6" descr="023003"/>
          <p:cNvPicPr>
            <a:picLocks noChangeAspect="1" noChangeArrowheads="1"/>
          </p:cNvPicPr>
          <p:nvPr/>
        </p:nvPicPr>
        <p:blipFill>
          <a:blip r:embed="rId4" cstate="print"/>
          <a:srcRect/>
          <a:stretch>
            <a:fillRect/>
          </a:stretch>
        </p:blipFill>
        <p:spPr bwMode="auto">
          <a:xfrm>
            <a:off x="1981200" y="3581400"/>
            <a:ext cx="6015038" cy="908050"/>
          </a:xfrm>
          <a:prstGeom prst="rect">
            <a:avLst/>
          </a:prstGeom>
          <a:noFill/>
        </p:spPr>
      </p:pic>
      <p:pic>
        <p:nvPicPr>
          <p:cNvPr id="67591" name="Picture 7" descr="023004"/>
          <p:cNvPicPr>
            <a:picLocks noChangeAspect="1" noChangeArrowheads="1"/>
          </p:cNvPicPr>
          <p:nvPr/>
        </p:nvPicPr>
        <p:blipFill>
          <a:blip r:embed="rId5" cstate="print"/>
          <a:srcRect/>
          <a:stretch>
            <a:fillRect/>
          </a:stretch>
        </p:blipFill>
        <p:spPr bwMode="auto">
          <a:xfrm>
            <a:off x="2667000" y="4572000"/>
            <a:ext cx="5257800" cy="1009650"/>
          </a:xfrm>
          <a:prstGeom prst="rect">
            <a:avLst/>
          </a:prstGeom>
          <a:noFill/>
        </p:spPr>
      </p:pic>
      <p:sp>
        <p:nvSpPr>
          <p:cNvPr id="67592" name="Text Box 8"/>
          <p:cNvSpPr txBox="1">
            <a:spLocks noChangeArrowheads="1"/>
          </p:cNvSpPr>
          <p:nvPr/>
        </p:nvSpPr>
        <p:spPr bwMode="auto">
          <a:xfrm>
            <a:off x="1895475" y="609600"/>
            <a:ext cx="5954713" cy="528638"/>
          </a:xfrm>
          <a:prstGeom prst="rect">
            <a:avLst/>
          </a:prstGeom>
          <a:solidFill>
            <a:srgbClr val="B2B2B2"/>
          </a:solidFill>
          <a:ln w="9525">
            <a:solidFill>
              <a:schemeClr val="tx2"/>
            </a:solidFill>
            <a:miter lim="800000"/>
            <a:headEnd/>
            <a:tailEnd/>
          </a:ln>
          <a:effectLst/>
        </p:spPr>
        <p:txBody>
          <a:bodyPr wrap="none">
            <a:spAutoFit/>
          </a:bodyPr>
          <a:lstStyle/>
          <a:p>
            <a:pPr algn="r" eaLnBrk="1" hangingPunct="1"/>
            <a:r>
              <a:rPr lang="en-US" sz="2800" b="1">
                <a:solidFill>
                  <a:schemeClr val="tx2"/>
                </a:solidFill>
                <a:latin typeface="Georgia" pitchFamily="18" charset="0"/>
              </a:rPr>
              <a:t>MORAL CONDUCT AND FAITH</a:t>
            </a:r>
          </a:p>
        </p:txBody>
      </p:sp>
      <p:pic>
        <p:nvPicPr>
          <p:cNvPr id="67593" name="Picture 9" descr="023ti"/>
          <p:cNvPicPr>
            <a:picLocks noChangeAspect="1" noChangeArrowheads="1"/>
          </p:cNvPicPr>
          <p:nvPr/>
        </p:nvPicPr>
        <p:blipFill>
          <a:blip r:embed="rId6" cstate="print"/>
          <a:srcRect/>
          <a:stretch>
            <a:fillRect/>
          </a:stretch>
        </p:blipFill>
        <p:spPr bwMode="auto">
          <a:xfrm>
            <a:off x="533400" y="4724400"/>
            <a:ext cx="2133600" cy="893763"/>
          </a:xfrm>
          <a:prstGeom prst="rect">
            <a:avLst/>
          </a:prstGeom>
          <a:noFill/>
          <a:ln w="9525">
            <a:solidFill>
              <a:schemeClr val="bg1"/>
            </a:solid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1"/>
          <p:cNvSpPr>
            <a:spLocks noGrp="1"/>
          </p:cNvSpPr>
          <p:nvPr>
            <p:ph type="dt" sz="half" idx="10"/>
          </p:nvPr>
        </p:nvSpPr>
        <p:spPr/>
        <p:txBody>
          <a:bodyPr/>
          <a:lstStyle/>
          <a:p>
            <a:fld id="{70036AE9-BABE-495E-B779-5420D93DC761}" type="datetime6">
              <a:rPr lang="en-US"/>
              <a:pPr/>
              <a:t>April 13</a:t>
            </a:fld>
            <a:endParaRPr lang="en-US"/>
          </a:p>
        </p:txBody>
      </p:sp>
      <p:sp>
        <p:nvSpPr>
          <p:cNvPr id="10" name="Slide Number Placeholder 3"/>
          <p:cNvSpPr>
            <a:spLocks noGrp="1"/>
          </p:cNvSpPr>
          <p:nvPr>
            <p:ph type="sldNum" sz="quarter" idx="12"/>
          </p:nvPr>
        </p:nvSpPr>
        <p:spPr/>
        <p:txBody>
          <a:bodyPr/>
          <a:lstStyle/>
          <a:p>
            <a:fld id="{4F4C4578-7EEC-41FA-BECA-32A66C9A3293}" type="slidenum">
              <a:rPr lang="en-US"/>
              <a:pPr/>
              <a:t>14</a:t>
            </a:fld>
            <a:endParaRPr lang="en-US"/>
          </a:p>
        </p:txBody>
      </p:sp>
      <p:pic>
        <p:nvPicPr>
          <p:cNvPr id="71684" name="Picture 4" descr="023005"/>
          <p:cNvPicPr>
            <a:picLocks noChangeAspect="1" noChangeArrowheads="1"/>
          </p:cNvPicPr>
          <p:nvPr/>
        </p:nvPicPr>
        <p:blipFill>
          <a:blip r:embed="rId2" cstate="print"/>
          <a:srcRect/>
          <a:stretch>
            <a:fillRect/>
          </a:stretch>
        </p:blipFill>
        <p:spPr bwMode="auto">
          <a:xfrm>
            <a:off x="1905000" y="685800"/>
            <a:ext cx="5691188" cy="860425"/>
          </a:xfrm>
          <a:prstGeom prst="rect">
            <a:avLst/>
          </a:prstGeom>
          <a:noFill/>
        </p:spPr>
      </p:pic>
      <p:pic>
        <p:nvPicPr>
          <p:cNvPr id="71685" name="Picture 5" descr="023006a"/>
          <p:cNvPicPr>
            <a:picLocks noChangeAspect="1" noChangeArrowheads="1"/>
          </p:cNvPicPr>
          <p:nvPr/>
        </p:nvPicPr>
        <p:blipFill>
          <a:blip r:embed="rId3" cstate="print"/>
          <a:srcRect/>
          <a:stretch>
            <a:fillRect/>
          </a:stretch>
        </p:blipFill>
        <p:spPr bwMode="auto">
          <a:xfrm>
            <a:off x="3414713" y="1905000"/>
            <a:ext cx="5729287" cy="822325"/>
          </a:xfrm>
          <a:prstGeom prst="rect">
            <a:avLst/>
          </a:prstGeom>
          <a:noFill/>
        </p:spPr>
      </p:pic>
      <p:pic>
        <p:nvPicPr>
          <p:cNvPr id="71686" name="Picture 6" descr="023006b"/>
          <p:cNvPicPr>
            <a:picLocks noChangeAspect="1" noChangeArrowheads="1"/>
          </p:cNvPicPr>
          <p:nvPr/>
        </p:nvPicPr>
        <p:blipFill>
          <a:blip r:embed="rId4" cstate="print"/>
          <a:srcRect/>
          <a:stretch>
            <a:fillRect/>
          </a:stretch>
        </p:blipFill>
        <p:spPr bwMode="auto">
          <a:xfrm>
            <a:off x="304800" y="1981200"/>
            <a:ext cx="3267075" cy="665163"/>
          </a:xfrm>
          <a:prstGeom prst="rect">
            <a:avLst/>
          </a:prstGeom>
          <a:noFill/>
        </p:spPr>
      </p:pic>
      <p:pic>
        <p:nvPicPr>
          <p:cNvPr id="71687" name="Picture 7" descr="023007"/>
          <p:cNvPicPr>
            <a:picLocks noChangeAspect="1" noChangeArrowheads="1"/>
          </p:cNvPicPr>
          <p:nvPr/>
        </p:nvPicPr>
        <p:blipFill>
          <a:blip r:embed="rId5" cstate="print"/>
          <a:srcRect/>
          <a:stretch>
            <a:fillRect/>
          </a:stretch>
        </p:blipFill>
        <p:spPr bwMode="auto">
          <a:xfrm>
            <a:off x="838200" y="2743200"/>
            <a:ext cx="7086600" cy="879475"/>
          </a:xfrm>
          <a:prstGeom prst="rect">
            <a:avLst/>
          </a:prstGeom>
          <a:noFill/>
        </p:spPr>
      </p:pic>
      <p:pic>
        <p:nvPicPr>
          <p:cNvPr id="71688" name="Picture 8" descr="023008"/>
          <p:cNvPicPr>
            <a:picLocks noChangeAspect="1" noChangeArrowheads="1"/>
          </p:cNvPicPr>
          <p:nvPr/>
        </p:nvPicPr>
        <p:blipFill>
          <a:blip r:embed="rId6" cstate="print"/>
          <a:srcRect/>
          <a:stretch>
            <a:fillRect/>
          </a:stretch>
        </p:blipFill>
        <p:spPr bwMode="auto">
          <a:xfrm>
            <a:off x="1143000" y="3581400"/>
            <a:ext cx="6400800" cy="817563"/>
          </a:xfrm>
          <a:prstGeom prst="rect">
            <a:avLst/>
          </a:prstGeom>
          <a:noFill/>
        </p:spPr>
      </p:pic>
      <p:pic>
        <p:nvPicPr>
          <p:cNvPr id="71689" name="Picture 9" descr="023009"/>
          <p:cNvPicPr>
            <a:picLocks noChangeAspect="1" noChangeArrowheads="1"/>
          </p:cNvPicPr>
          <p:nvPr/>
        </p:nvPicPr>
        <p:blipFill>
          <a:blip r:embed="rId7" cstate="print"/>
          <a:srcRect/>
          <a:stretch>
            <a:fillRect/>
          </a:stretch>
        </p:blipFill>
        <p:spPr bwMode="auto">
          <a:xfrm>
            <a:off x="2286000" y="4267200"/>
            <a:ext cx="5715000" cy="906463"/>
          </a:xfrm>
          <a:prstGeom prst="rect">
            <a:avLst/>
          </a:prstGeom>
          <a:noFill/>
        </p:spPr>
      </p:pic>
      <p:pic>
        <p:nvPicPr>
          <p:cNvPr id="71690" name="Picture 10" descr="023ti"/>
          <p:cNvPicPr>
            <a:picLocks noChangeAspect="1" noChangeArrowheads="1"/>
          </p:cNvPicPr>
          <p:nvPr/>
        </p:nvPicPr>
        <p:blipFill>
          <a:blip r:embed="rId8" cstate="print"/>
          <a:srcRect/>
          <a:stretch>
            <a:fillRect/>
          </a:stretch>
        </p:blipFill>
        <p:spPr bwMode="auto">
          <a:xfrm>
            <a:off x="0" y="4343400"/>
            <a:ext cx="2133600" cy="893763"/>
          </a:xfrm>
          <a:prstGeom prst="rect">
            <a:avLst/>
          </a:prstGeom>
          <a:noFill/>
          <a:ln w="9525">
            <a:solidFill>
              <a:schemeClr val="bg1"/>
            </a:solid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1"/>
          <p:cNvSpPr>
            <a:spLocks noGrp="1"/>
          </p:cNvSpPr>
          <p:nvPr>
            <p:ph type="dt" sz="half" idx="10"/>
          </p:nvPr>
        </p:nvSpPr>
        <p:spPr/>
        <p:txBody>
          <a:bodyPr/>
          <a:lstStyle/>
          <a:p>
            <a:fld id="{020C59E3-BEED-429B-AC46-F4C4EA28939A}" type="datetime6">
              <a:rPr lang="en-US"/>
              <a:pPr/>
              <a:t>April 13</a:t>
            </a:fld>
            <a:endParaRPr lang="en-US"/>
          </a:p>
        </p:txBody>
      </p:sp>
      <p:sp>
        <p:nvSpPr>
          <p:cNvPr id="11" name="Slide Number Placeholder 3"/>
          <p:cNvSpPr>
            <a:spLocks noGrp="1"/>
          </p:cNvSpPr>
          <p:nvPr>
            <p:ph type="sldNum" sz="quarter" idx="12"/>
          </p:nvPr>
        </p:nvSpPr>
        <p:spPr/>
        <p:txBody>
          <a:bodyPr/>
          <a:lstStyle/>
          <a:p>
            <a:fld id="{8AA21030-097F-44E1-94DF-BB703CC993FB}" type="slidenum">
              <a:rPr lang="en-US"/>
              <a:pPr/>
              <a:t>15</a:t>
            </a:fld>
            <a:endParaRPr lang="en-US"/>
          </a:p>
        </p:txBody>
      </p:sp>
      <p:pic>
        <p:nvPicPr>
          <p:cNvPr id="62468" name="Picture 4" descr="Stonehenge"/>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62469" name="Rectangle 5"/>
          <p:cNvSpPr>
            <a:spLocks noChangeArrowheads="1"/>
          </p:cNvSpPr>
          <p:nvPr/>
        </p:nvSpPr>
        <p:spPr bwMode="auto">
          <a:xfrm>
            <a:off x="457200" y="274638"/>
            <a:ext cx="8229600" cy="1143000"/>
          </a:xfrm>
          <a:prstGeom prst="rect">
            <a:avLst/>
          </a:prstGeom>
          <a:noFill/>
          <a:ln w="9525">
            <a:noFill/>
            <a:miter lim="800000"/>
            <a:headEnd/>
            <a:tailEnd/>
          </a:ln>
          <a:effectLst/>
        </p:spPr>
        <p:txBody>
          <a:bodyPr anchor="ctr"/>
          <a:lstStyle/>
          <a:p>
            <a:pPr algn="ctr" eaLnBrk="1" hangingPunct="1"/>
            <a:r>
              <a:rPr lang="en-US" sz="3600" b="1">
                <a:solidFill>
                  <a:schemeClr val="tx2"/>
                </a:solidFill>
                <a:effectLst>
                  <a:outerShdw blurRad="38100" dist="38100" dir="2700000" algn="tl">
                    <a:srgbClr val="000000"/>
                  </a:outerShdw>
                </a:effectLst>
              </a:rPr>
              <a:t>THE CAUSE AND REMEDY OF </a:t>
            </a:r>
            <a:br>
              <a:rPr lang="en-US" sz="3600" b="1">
                <a:solidFill>
                  <a:schemeClr val="tx2"/>
                </a:solidFill>
                <a:effectLst>
                  <a:outerShdw blurRad="38100" dist="38100" dir="2700000" algn="tl">
                    <a:srgbClr val="000000"/>
                  </a:outerShdw>
                </a:effectLst>
              </a:rPr>
            </a:br>
            <a:r>
              <a:rPr lang="en-US" sz="3600" b="1">
                <a:solidFill>
                  <a:schemeClr val="tx2"/>
                </a:solidFill>
                <a:effectLst>
                  <a:outerShdw blurRad="38100" dist="38100" dir="2700000" algn="tl">
                    <a:srgbClr val="000000"/>
                  </a:outerShdw>
                </a:effectLst>
              </a:rPr>
              <a:t>BAD CONDUCT</a:t>
            </a:r>
          </a:p>
        </p:txBody>
      </p:sp>
      <p:sp>
        <p:nvSpPr>
          <p:cNvPr id="62470" name="Rectangle 6"/>
          <p:cNvSpPr>
            <a:spLocks noChangeArrowheads="1"/>
          </p:cNvSpPr>
          <p:nvPr/>
        </p:nvSpPr>
        <p:spPr bwMode="auto">
          <a:xfrm>
            <a:off x="77788" y="2138363"/>
            <a:ext cx="2881312" cy="4402137"/>
          </a:xfrm>
          <a:prstGeom prst="rect">
            <a:avLst/>
          </a:prstGeom>
          <a:solidFill>
            <a:srgbClr val="D4DE8E"/>
          </a:solidFill>
          <a:ln w="9525">
            <a:noFill/>
            <a:miter lim="800000"/>
            <a:headEnd/>
            <a:tailEnd/>
          </a:ln>
          <a:effectLst/>
        </p:spPr>
        <p:txBody>
          <a:bodyPr/>
          <a:lstStyle/>
          <a:p>
            <a:pPr marL="342900" indent="-342900" eaLnBrk="1" hangingPunct="1">
              <a:spcBef>
                <a:spcPct val="20000"/>
              </a:spcBef>
              <a:buClr>
                <a:schemeClr val="hlink"/>
              </a:buClr>
              <a:buSzPct val="65000"/>
              <a:buFont typeface="Wingdings" pitchFamily="2" charset="2"/>
              <a:buChar char="n"/>
            </a:pPr>
            <a:r>
              <a:rPr lang="en-US" sz="2800">
                <a:solidFill>
                  <a:schemeClr val="bg2"/>
                </a:solidFill>
                <a:effectLst>
                  <a:outerShdw blurRad="38100" dist="38100" dir="2700000" algn="tl">
                    <a:srgbClr val="000000"/>
                  </a:outerShdw>
                </a:effectLst>
              </a:rPr>
              <a:t>Backbiting</a:t>
            </a:r>
          </a:p>
          <a:p>
            <a:pPr marL="342900" indent="-342900" eaLnBrk="1" hangingPunct="1">
              <a:spcBef>
                <a:spcPct val="20000"/>
              </a:spcBef>
              <a:buClr>
                <a:schemeClr val="hlink"/>
              </a:buClr>
              <a:buSzPct val="65000"/>
              <a:buFont typeface="Wingdings" pitchFamily="2" charset="2"/>
              <a:buChar char="n"/>
            </a:pPr>
            <a:r>
              <a:rPr lang="en-US" sz="2800">
                <a:solidFill>
                  <a:schemeClr val="bg2"/>
                </a:solidFill>
                <a:effectLst>
                  <a:outerShdw blurRad="38100" dist="38100" dir="2700000" algn="tl">
                    <a:srgbClr val="000000"/>
                  </a:outerShdw>
                </a:effectLst>
              </a:rPr>
              <a:t>Breaking    	promise</a:t>
            </a:r>
          </a:p>
          <a:p>
            <a:pPr marL="342900" indent="-342900" eaLnBrk="1" hangingPunct="1">
              <a:spcBef>
                <a:spcPct val="20000"/>
              </a:spcBef>
              <a:buClr>
                <a:schemeClr val="hlink"/>
              </a:buClr>
              <a:buSzPct val="65000"/>
              <a:buFont typeface="Wingdings" pitchFamily="2" charset="2"/>
              <a:buChar char="n"/>
            </a:pPr>
            <a:r>
              <a:rPr lang="en-US" sz="2800">
                <a:solidFill>
                  <a:schemeClr val="bg2"/>
                </a:solidFill>
                <a:effectLst>
                  <a:outerShdw blurRad="38100" dist="38100" dir="2700000" algn="tl">
                    <a:srgbClr val="000000"/>
                  </a:outerShdw>
                </a:effectLst>
              </a:rPr>
              <a:t>Skepticism</a:t>
            </a:r>
          </a:p>
          <a:p>
            <a:pPr marL="342900" indent="-342900" eaLnBrk="1" hangingPunct="1">
              <a:spcBef>
                <a:spcPct val="20000"/>
              </a:spcBef>
              <a:buClr>
                <a:schemeClr val="hlink"/>
              </a:buClr>
              <a:buSzPct val="65000"/>
              <a:buFont typeface="Wingdings" pitchFamily="2" charset="2"/>
              <a:buChar char="n"/>
            </a:pPr>
            <a:r>
              <a:rPr lang="en-US" sz="2800">
                <a:solidFill>
                  <a:schemeClr val="bg2"/>
                </a:solidFill>
                <a:effectLst>
                  <a:outerShdw blurRad="38100" dist="38100" dir="2700000" algn="tl">
                    <a:srgbClr val="000000"/>
                  </a:outerShdw>
                </a:effectLst>
              </a:rPr>
              <a:t>Tattling</a:t>
            </a:r>
          </a:p>
          <a:p>
            <a:pPr marL="342900" indent="-342900" eaLnBrk="1" hangingPunct="1">
              <a:spcBef>
                <a:spcPct val="20000"/>
              </a:spcBef>
              <a:buClr>
                <a:schemeClr val="hlink"/>
              </a:buClr>
              <a:buSzPct val="65000"/>
              <a:buFont typeface="Wingdings" pitchFamily="2" charset="2"/>
              <a:buChar char="n"/>
            </a:pPr>
            <a:r>
              <a:rPr lang="en-US" sz="2800">
                <a:solidFill>
                  <a:schemeClr val="bg2"/>
                </a:solidFill>
                <a:effectLst>
                  <a:outerShdw blurRad="38100" dist="38100" dir="2700000" algn="tl">
                    <a:srgbClr val="000000"/>
                  </a:outerShdw>
                </a:effectLst>
              </a:rPr>
              <a:t>Duplicity</a:t>
            </a:r>
          </a:p>
          <a:p>
            <a:pPr marL="342900" indent="-342900" eaLnBrk="1" hangingPunct="1">
              <a:spcBef>
                <a:spcPct val="20000"/>
              </a:spcBef>
              <a:buClr>
                <a:schemeClr val="hlink"/>
              </a:buClr>
              <a:buSzPct val="65000"/>
              <a:buFont typeface="Wingdings" pitchFamily="2" charset="2"/>
              <a:buChar char="n"/>
            </a:pPr>
            <a:r>
              <a:rPr lang="en-US" sz="2800">
                <a:solidFill>
                  <a:schemeClr val="bg2"/>
                </a:solidFill>
                <a:effectLst>
                  <a:outerShdw blurRad="38100" dist="38100" dir="2700000" algn="tl">
                    <a:srgbClr val="000000"/>
                  </a:outerShdw>
                </a:effectLst>
              </a:rPr>
              <a:t>False oath  </a:t>
            </a:r>
          </a:p>
          <a:p>
            <a:pPr marL="669925" lvl="1" indent="-325438" eaLnBrk="1" hangingPunct="1">
              <a:lnSpc>
                <a:spcPct val="90000"/>
              </a:lnSpc>
              <a:spcBef>
                <a:spcPct val="20000"/>
              </a:spcBef>
              <a:buClr>
                <a:schemeClr val="folHlink"/>
              </a:buClr>
              <a:buSzPct val="65000"/>
              <a:buFont typeface="Wingdings" pitchFamily="2" charset="2"/>
              <a:buNone/>
            </a:pPr>
            <a:endParaRPr lang="en-US" sz="1500" b="1">
              <a:solidFill>
                <a:schemeClr val="bg2"/>
              </a:solidFill>
              <a:effectLst>
                <a:outerShdw blurRad="38100" dist="38100" dir="2700000" algn="tl">
                  <a:srgbClr val="000000"/>
                </a:outerShdw>
              </a:effectLst>
            </a:endParaRPr>
          </a:p>
          <a:p>
            <a:pPr marL="342900" indent="-342900" algn="ctr" eaLnBrk="1" hangingPunct="1">
              <a:lnSpc>
                <a:spcPct val="90000"/>
              </a:lnSpc>
              <a:spcBef>
                <a:spcPct val="20000"/>
              </a:spcBef>
              <a:buClr>
                <a:schemeClr val="hlink"/>
              </a:buClr>
              <a:buSzPct val="65000"/>
              <a:buFont typeface="Wingdings" pitchFamily="2" charset="2"/>
              <a:buNone/>
            </a:pPr>
            <a:r>
              <a:rPr lang="en-US" sz="2800" b="1">
                <a:solidFill>
                  <a:schemeClr val="bg2"/>
                </a:solidFill>
                <a:effectLst>
                  <a:outerShdw blurRad="38100" dist="38100" dir="2700000" algn="tl">
                    <a:srgbClr val="000000"/>
                  </a:outerShdw>
                </a:effectLst>
              </a:rPr>
              <a:t>Remedy:</a:t>
            </a:r>
            <a:r>
              <a:rPr lang="en-US" sz="2800">
                <a:solidFill>
                  <a:schemeClr val="bg2"/>
                </a:solidFill>
                <a:effectLst>
                  <a:outerShdw blurRad="38100" dist="38100" dir="2700000" algn="tl">
                    <a:srgbClr val="000000"/>
                  </a:outerShdw>
                </a:effectLst>
              </a:rPr>
              <a:t> Sawm</a:t>
            </a:r>
          </a:p>
        </p:txBody>
      </p:sp>
      <p:sp>
        <p:nvSpPr>
          <p:cNvPr id="62471" name="Rectangle 7"/>
          <p:cNvSpPr>
            <a:spLocks noChangeArrowheads="1"/>
          </p:cNvSpPr>
          <p:nvPr/>
        </p:nvSpPr>
        <p:spPr bwMode="auto">
          <a:xfrm>
            <a:off x="3013075" y="2133600"/>
            <a:ext cx="2987675" cy="4406900"/>
          </a:xfrm>
          <a:prstGeom prst="rect">
            <a:avLst/>
          </a:prstGeom>
          <a:solidFill>
            <a:srgbClr val="D4DE8E"/>
          </a:solidFill>
          <a:ln w="9525">
            <a:noFill/>
            <a:miter lim="800000"/>
            <a:headEnd/>
            <a:tailEnd/>
          </a:ln>
          <a:effectLst/>
        </p:spPr>
        <p:txBody>
          <a:bodyPr/>
          <a:lstStyle/>
          <a:p>
            <a:pPr marL="342900" indent="-342900" eaLnBrk="1" hangingPunct="1">
              <a:spcBef>
                <a:spcPct val="20000"/>
              </a:spcBef>
              <a:buClr>
                <a:schemeClr val="hlink"/>
              </a:buClr>
              <a:buSzPct val="65000"/>
              <a:buFont typeface="Wingdings" pitchFamily="2" charset="2"/>
              <a:buChar char="n"/>
            </a:pPr>
            <a:r>
              <a:rPr lang="en-US" sz="2800">
                <a:solidFill>
                  <a:srgbClr val="996633"/>
                </a:solidFill>
                <a:effectLst>
                  <a:outerShdw blurRad="38100" dist="38100" dir="2700000" algn="tl">
                    <a:srgbClr val="000000"/>
                  </a:outerShdw>
                </a:effectLst>
              </a:rPr>
              <a:t>Greed &amp; covetousness</a:t>
            </a:r>
          </a:p>
          <a:p>
            <a:pPr marL="342900" indent="-342900" eaLnBrk="1" hangingPunct="1">
              <a:spcBef>
                <a:spcPct val="20000"/>
              </a:spcBef>
              <a:buClr>
                <a:schemeClr val="hlink"/>
              </a:buClr>
              <a:buSzPct val="65000"/>
              <a:buFont typeface="Wingdings" pitchFamily="2" charset="2"/>
              <a:buChar char="n"/>
            </a:pPr>
            <a:r>
              <a:rPr lang="en-US" sz="2800">
                <a:solidFill>
                  <a:srgbClr val="996633"/>
                </a:solidFill>
                <a:effectLst>
                  <a:outerShdw blurRad="38100" dist="38100" dir="2700000" algn="tl">
                    <a:srgbClr val="000000"/>
                  </a:outerShdw>
                </a:effectLst>
              </a:rPr>
              <a:t>Stealing</a:t>
            </a:r>
          </a:p>
          <a:p>
            <a:pPr marL="342900" indent="-342900" eaLnBrk="1" hangingPunct="1">
              <a:spcBef>
                <a:spcPct val="20000"/>
              </a:spcBef>
              <a:buClr>
                <a:schemeClr val="hlink"/>
              </a:buClr>
              <a:buSzPct val="65000"/>
              <a:buFont typeface="Wingdings" pitchFamily="2" charset="2"/>
              <a:buChar char="n"/>
            </a:pPr>
            <a:r>
              <a:rPr lang="en-US" sz="2800">
                <a:solidFill>
                  <a:srgbClr val="996633"/>
                </a:solidFill>
                <a:effectLst>
                  <a:outerShdw blurRad="38100" dist="38100" dir="2700000" algn="tl">
                    <a:srgbClr val="000000"/>
                  </a:outerShdw>
                </a:effectLst>
              </a:rPr>
              <a:t>Usurping</a:t>
            </a:r>
          </a:p>
          <a:p>
            <a:pPr marL="342900" indent="-342900" eaLnBrk="1" hangingPunct="1">
              <a:spcBef>
                <a:spcPct val="20000"/>
              </a:spcBef>
              <a:buClr>
                <a:schemeClr val="hlink"/>
              </a:buClr>
              <a:buSzPct val="65000"/>
              <a:buFont typeface="Wingdings" pitchFamily="2" charset="2"/>
              <a:buChar char="n"/>
            </a:pPr>
            <a:r>
              <a:rPr lang="en-US" sz="2800">
                <a:solidFill>
                  <a:srgbClr val="996633"/>
                </a:solidFill>
                <a:effectLst>
                  <a:outerShdw blurRad="38100" dist="38100" dir="2700000" algn="tl">
                    <a:srgbClr val="000000"/>
                  </a:outerShdw>
                </a:effectLst>
              </a:rPr>
              <a:t>Cheating</a:t>
            </a:r>
          </a:p>
          <a:p>
            <a:pPr marL="342900" indent="-342900" eaLnBrk="1" hangingPunct="1">
              <a:spcBef>
                <a:spcPct val="20000"/>
              </a:spcBef>
              <a:buClr>
                <a:schemeClr val="hlink"/>
              </a:buClr>
              <a:buSzPct val="65000"/>
              <a:buFont typeface="Wingdings" pitchFamily="2" charset="2"/>
              <a:buChar char="n"/>
            </a:pPr>
            <a:r>
              <a:rPr lang="en-US" sz="2800">
                <a:solidFill>
                  <a:srgbClr val="996633"/>
                </a:solidFill>
                <a:effectLst>
                  <a:outerShdw blurRad="38100" dist="38100" dir="2700000" algn="tl">
                    <a:srgbClr val="000000"/>
                  </a:outerShdw>
                </a:effectLst>
              </a:rPr>
              <a:t>Embezzlement</a:t>
            </a:r>
          </a:p>
          <a:p>
            <a:pPr marL="342900" indent="-342900" eaLnBrk="1" hangingPunct="1">
              <a:spcBef>
                <a:spcPct val="20000"/>
              </a:spcBef>
              <a:buClr>
                <a:schemeClr val="hlink"/>
              </a:buClr>
              <a:buSzPct val="65000"/>
              <a:buFont typeface="Wingdings" pitchFamily="2" charset="2"/>
              <a:buChar char="n"/>
            </a:pPr>
            <a:r>
              <a:rPr lang="en-US" sz="2800">
                <a:solidFill>
                  <a:srgbClr val="996633"/>
                </a:solidFill>
                <a:effectLst>
                  <a:outerShdw blurRad="38100" dist="38100" dir="2700000" algn="tl">
                    <a:srgbClr val="000000"/>
                  </a:outerShdw>
                </a:effectLst>
              </a:rPr>
              <a:t>Overstatement</a:t>
            </a:r>
          </a:p>
          <a:p>
            <a:pPr marL="669925" lvl="1" indent="-325438" eaLnBrk="1" hangingPunct="1">
              <a:lnSpc>
                <a:spcPct val="80000"/>
              </a:lnSpc>
              <a:spcBef>
                <a:spcPct val="20000"/>
              </a:spcBef>
              <a:buClr>
                <a:schemeClr val="folHlink"/>
              </a:buClr>
              <a:buSzPct val="65000"/>
              <a:buFont typeface="Wingdings" pitchFamily="2" charset="2"/>
              <a:buNone/>
            </a:pPr>
            <a:endParaRPr lang="en-US" sz="1700" b="1">
              <a:solidFill>
                <a:srgbClr val="996633"/>
              </a:solidFill>
              <a:effectLst>
                <a:outerShdw blurRad="38100" dist="38100" dir="2700000" algn="tl">
                  <a:srgbClr val="000000"/>
                </a:outerShdw>
              </a:effectLst>
            </a:endParaRPr>
          </a:p>
          <a:p>
            <a:pPr marL="342900" indent="-342900" algn="ctr" eaLnBrk="1" hangingPunct="1">
              <a:lnSpc>
                <a:spcPct val="80000"/>
              </a:lnSpc>
              <a:spcBef>
                <a:spcPct val="20000"/>
              </a:spcBef>
              <a:buClr>
                <a:schemeClr val="hlink"/>
              </a:buClr>
              <a:buSzPct val="65000"/>
              <a:buFont typeface="Wingdings" pitchFamily="2" charset="2"/>
              <a:buNone/>
            </a:pPr>
            <a:r>
              <a:rPr lang="en-US" sz="2800" b="1">
                <a:solidFill>
                  <a:srgbClr val="996633"/>
                </a:solidFill>
                <a:effectLst>
                  <a:outerShdw blurRad="38100" dist="38100" dir="2700000" algn="tl">
                    <a:srgbClr val="000000"/>
                  </a:outerShdw>
                </a:effectLst>
              </a:rPr>
              <a:t>Remedy:</a:t>
            </a:r>
            <a:r>
              <a:rPr lang="en-US" sz="2800">
                <a:solidFill>
                  <a:srgbClr val="996633"/>
                </a:solidFill>
                <a:effectLst>
                  <a:outerShdw blurRad="38100" dist="38100" dir="2700000" algn="tl">
                    <a:srgbClr val="000000"/>
                  </a:outerShdw>
                </a:effectLst>
              </a:rPr>
              <a:t> Zakaat</a:t>
            </a:r>
            <a:r>
              <a:rPr lang="en-US" sz="2800">
                <a:effectLst>
                  <a:outerShdw blurRad="38100" dist="38100" dir="2700000" algn="tl">
                    <a:srgbClr val="000000"/>
                  </a:outerShdw>
                </a:effectLst>
              </a:rPr>
              <a:t> </a:t>
            </a:r>
          </a:p>
        </p:txBody>
      </p:sp>
      <p:sp>
        <p:nvSpPr>
          <p:cNvPr id="62472" name="Rectangle 8"/>
          <p:cNvSpPr>
            <a:spLocks noChangeArrowheads="1"/>
          </p:cNvSpPr>
          <p:nvPr/>
        </p:nvSpPr>
        <p:spPr bwMode="auto">
          <a:xfrm>
            <a:off x="6146800" y="2133600"/>
            <a:ext cx="2838450" cy="4406900"/>
          </a:xfrm>
          <a:prstGeom prst="rect">
            <a:avLst/>
          </a:prstGeom>
          <a:solidFill>
            <a:srgbClr val="D4DE8E"/>
          </a:solidFill>
          <a:ln w="9525">
            <a:noFill/>
            <a:miter lim="800000"/>
            <a:headEnd/>
            <a:tailEnd/>
          </a:ln>
          <a:effectLst/>
        </p:spPr>
        <p:txBody>
          <a:bodyPr/>
          <a:lstStyle/>
          <a:p>
            <a:pPr marL="342900" indent="-342900" eaLnBrk="1" hangingPunct="1">
              <a:spcBef>
                <a:spcPct val="20000"/>
              </a:spcBef>
              <a:buClr>
                <a:schemeClr val="hlink"/>
              </a:buClr>
              <a:buSzPct val="65000"/>
              <a:buFont typeface="Wingdings" pitchFamily="2" charset="2"/>
              <a:buChar char="n"/>
            </a:pPr>
            <a:r>
              <a:rPr lang="en-US" sz="2800">
                <a:solidFill>
                  <a:schemeClr val="accent2"/>
                </a:solidFill>
                <a:effectLst>
                  <a:outerShdw blurRad="38100" dist="38100" dir="2700000" algn="tl">
                    <a:srgbClr val="000000"/>
                  </a:outerShdw>
                </a:effectLst>
              </a:rPr>
              <a:t>Jealousy</a:t>
            </a:r>
          </a:p>
          <a:p>
            <a:pPr marL="342900" indent="-342900" eaLnBrk="1" hangingPunct="1">
              <a:spcBef>
                <a:spcPct val="20000"/>
              </a:spcBef>
              <a:buClr>
                <a:schemeClr val="hlink"/>
              </a:buClr>
              <a:buSzPct val="65000"/>
              <a:buFont typeface="Wingdings" pitchFamily="2" charset="2"/>
              <a:buChar char="n"/>
            </a:pPr>
            <a:r>
              <a:rPr lang="en-US" sz="2800">
                <a:solidFill>
                  <a:schemeClr val="accent2"/>
                </a:solidFill>
                <a:effectLst>
                  <a:outerShdw blurRad="38100" dist="38100" dir="2700000" algn="tl">
                    <a:srgbClr val="000000"/>
                  </a:outerShdw>
                </a:effectLst>
              </a:rPr>
              <a:t>Pride</a:t>
            </a:r>
          </a:p>
          <a:p>
            <a:pPr marL="342900" indent="-342900" eaLnBrk="1" hangingPunct="1">
              <a:spcBef>
                <a:spcPct val="20000"/>
              </a:spcBef>
              <a:buClr>
                <a:schemeClr val="hlink"/>
              </a:buClr>
              <a:buSzPct val="65000"/>
              <a:buFont typeface="Wingdings" pitchFamily="2" charset="2"/>
              <a:buChar char="n"/>
            </a:pPr>
            <a:r>
              <a:rPr lang="en-US" sz="2800">
                <a:solidFill>
                  <a:schemeClr val="accent2"/>
                </a:solidFill>
                <a:effectLst>
                  <a:outerShdw blurRad="38100" dist="38100" dir="2700000" algn="tl">
                    <a:srgbClr val="000000"/>
                  </a:outerShdw>
                </a:effectLst>
              </a:rPr>
              <a:t>Vanity</a:t>
            </a:r>
          </a:p>
          <a:p>
            <a:pPr marL="342900" indent="-342900" eaLnBrk="1" hangingPunct="1">
              <a:spcBef>
                <a:spcPct val="20000"/>
              </a:spcBef>
              <a:buClr>
                <a:schemeClr val="hlink"/>
              </a:buClr>
              <a:buSzPct val="65000"/>
              <a:buFont typeface="Wingdings" pitchFamily="2" charset="2"/>
              <a:buChar char="n"/>
            </a:pPr>
            <a:r>
              <a:rPr lang="en-US" sz="2800">
                <a:solidFill>
                  <a:schemeClr val="accent2"/>
                </a:solidFill>
                <a:effectLst>
                  <a:outerShdw blurRad="38100" dist="38100" dir="2700000" algn="tl">
                    <a:srgbClr val="000000"/>
                  </a:outerShdw>
                </a:effectLst>
              </a:rPr>
              <a:t>Boastfulness</a:t>
            </a:r>
          </a:p>
          <a:p>
            <a:pPr marL="342900" indent="-342900" eaLnBrk="1" hangingPunct="1">
              <a:spcBef>
                <a:spcPct val="20000"/>
              </a:spcBef>
              <a:buClr>
                <a:schemeClr val="hlink"/>
              </a:buClr>
              <a:buSzPct val="65000"/>
              <a:buFont typeface="Wingdings" pitchFamily="2" charset="2"/>
              <a:buChar char="n"/>
            </a:pPr>
            <a:r>
              <a:rPr lang="en-US" sz="2800">
                <a:solidFill>
                  <a:schemeClr val="accent2"/>
                </a:solidFill>
                <a:effectLst>
                  <a:outerShdw blurRad="38100" dist="38100" dir="2700000" algn="tl">
                    <a:srgbClr val="000000"/>
                  </a:outerShdw>
                </a:effectLst>
              </a:rPr>
              <a:t>Rashness</a:t>
            </a:r>
          </a:p>
          <a:p>
            <a:pPr marL="342900" indent="-342900" eaLnBrk="1" hangingPunct="1">
              <a:spcBef>
                <a:spcPct val="20000"/>
              </a:spcBef>
              <a:buClr>
                <a:schemeClr val="hlink"/>
              </a:buClr>
              <a:buSzPct val="65000"/>
              <a:buFont typeface="Wingdings" pitchFamily="2" charset="2"/>
              <a:buChar char="n"/>
            </a:pPr>
            <a:r>
              <a:rPr lang="en-US" sz="2800">
                <a:solidFill>
                  <a:schemeClr val="accent2"/>
                </a:solidFill>
                <a:effectLst>
                  <a:outerShdw blurRad="38100" dist="38100" dir="2700000" algn="tl">
                    <a:srgbClr val="000000"/>
                  </a:outerShdw>
                </a:effectLst>
              </a:rPr>
              <a:t>Oppression</a:t>
            </a:r>
          </a:p>
          <a:p>
            <a:pPr marL="342900" indent="-342900" eaLnBrk="1" hangingPunct="1">
              <a:spcBef>
                <a:spcPct val="20000"/>
              </a:spcBef>
              <a:buClr>
                <a:schemeClr val="hlink"/>
              </a:buClr>
              <a:buSzPct val="65000"/>
              <a:buFont typeface="Wingdings" pitchFamily="2" charset="2"/>
              <a:buChar char="n"/>
            </a:pPr>
            <a:r>
              <a:rPr lang="en-US" sz="2800">
                <a:solidFill>
                  <a:schemeClr val="accent2"/>
                </a:solidFill>
                <a:effectLst>
                  <a:outerShdw blurRad="38100" dist="38100" dir="2700000" algn="tl">
                    <a:srgbClr val="000000"/>
                  </a:outerShdw>
                </a:effectLst>
              </a:rPr>
              <a:t>Maliciousness </a:t>
            </a:r>
          </a:p>
          <a:p>
            <a:pPr marL="669925" lvl="1" indent="-325438" eaLnBrk="1" hangingPunct="1">
              <a:lnSpc>
                <a:spcPct val="80000"/>
              </a:lnSpc>
              <a:spcBef>
                <a:spcPct val="20000"/>
              </a:spcBef>
              <a:buClr>
                <a:schemeClr val="folHlink"/>
              </a:buClr>
              <a:buSzPct val="65000"/>
              <a:buFont typeface="Wingdings" pitchFamily="2" charset="2"/>
              <a:buNone/>
            </a:pPr>
            <a:endParaRPr lang="en-US" sz="1300" b="1">
              <a:solidFill>
                <a:schemeClr val="accent2"/>
              </a:solidFill>
              <a:effectLst>
                <a:outerShdw blurRad="38100" dist="38100" dir="2700000" algn="tl">
                  <a:srgbClr val="000000"/>
                </a:outerShdw>
              </a:effectLst>
            </a:endParaRPr>
          </a:p>
          <a:p>
            <a:pPr marL="342900" indent="-342900" eaLnBrk="1" hangingPunct="1">
              <a:lnSpc>
                <a:spcPct val="80000"/>
              </a:lnSpc>
              <a:spcBef>
                <a:spcPct val="20000"/>
              </a:spcBef>
              <a:buClr>
                <a:schemeClr val="hlink"/>
              </a:buClr>
              <a:buSzPct val="65000"/>
              <a:buFont typeface="Wingdings" pitchFamily="2" charset="2"/>
              <a:buNone/>
            </a:pPr>
            <a:r>
              <a:rPr lang="en-US" sz="2800" b="1">
                <a:solidFill>
                  <a:schemeClr val="accent2"/>
                </a:solidFill>
                <a:effectLst>
                  <a:outerShdw blurRad="38100" dist="38100" dir="2700000" algn="tl">
                    <a:srgbClr val="000000"/>
                  </a:outerShdw>
                </a:effectLst>
              </a:rPr>
              <a:t>Remedy:</a:t>
            </a:r>
            <a:r>
              <a:rPr lang="en-US" sz="2800">
                <a:solidFill>
                  <a:schemeClr val="accent2"/>
                </a:solidFill>
                <a:effectLst>
                  <a:outerShdw blurRad="38100" dist="38100" dir="2700000" algn="tl">
                    <a:srgbClr val="000000"/>
                  </a:outerShdw>
                </a:effectLst>
              </a:rPr>
              <a:t> Salaat</a:t>
            </a:r>
          </a:p>
        </p:txBody>
      </p:sp>
      <p:sp>
        <p:nvSpPr>
          <p:cNvPr id="62473" name="Text Box 9"/>
          <p:cNvSpPr txBox="1">
            <a:spLocks noChangeArrowheads="1"/>
          </p:cNvSpPr>
          <p:nvPr/>
        </p:nvSpPr>
        <p:spPr bwMode="auto">
          <a:xfrm>
            <a:off x="122238" y="1524000"/>
            <a:ext cx="2741612" cy="519113"/>
          </a:xfrm>
          <a:prstGeom prst="rect">
            <a:avLst/>
          </a:prstGeom>
          <a:solidFill>
            <a:schemeClr val="accent1"/>
          </a:solidFill>
          <a:ln w="9525">
            <a:noFill/>
            <a:miter lim="800000"/>
            <a:headEnd/>
            <a:tailEnd/>
          </a:ln>
          <a:effectLst/>
        </p:spPr>
        <p:txBody>
          <a:bodyPr/>
          <a:lstStyle/>
          <a:p>
            <a:pPr algn="ctr" eaLnBrk="1" hangingPunct="1">
              <a:spcBef>
                <a:spcPct val="20000"/>
              </a:spcBef>
              <a:buClr>
                <a:schemeClr val="accent1"/>
              </a:buClr>
              <a:buSzPct val="65000"/>
              <a:buFont typeface="Wingdings" pitchFamily="2" charset="2"/>
              <a:buNone/>
            </a:pPr>
            <a:r>
              <a:rPr lang="en-US" sz="2800" b="1">
                <a:latin typeface="Arial" charset="0"/>
                <a:cs typeface="Arial" charset="0"/>
              </a:rPr>
              <a:t>DECEIT</a:t>
            </a:r>
            <a:endParaRPr lang="en-US" sz="2800">
              <a:latin typeface="Arial" charset="0"/>
              <a:cs typeface="Arial" charset="0"/>
            </a:endParaRPr>
          </a:p>
        </p:txBody>
      </p:sp>
      <p:sp>
        <p:nvSpPr>
          <p:cNvPr id="62474" name="Text Box 10"/>
          <p:cNvSpPr txBox="1">
            <a:spLocks noChangeArrowheads="1"/>
          </p:cNvSpPr>
          <p:nvPr/>
        </p:nvSpPr>
        <p:spPr bwMode="auto">
          <a:xfrm>
            <a:off x="2954338" y="1524000"/>
            <a:ext cx="3043237" cy="519113"/>
          </a:xfrm>
          <a:prstGeom prst="rect">
            <a:avLst/>
          </a:prstGeom>
          <a:solidFill>
            <a:schemeClr val="accent1"/>
          </a:solidFill>
          <a:ln w="9525">
            <a:noFill/>
            <a:miter lim="800000"/>
            <a:headEnd/>
            <a:tailEnd/>
          </a:ln>
          <a:effectLst/>
        </p:spPr>
        <p:txBody>
          <a:bodyPr/>
          <a:lstStyle/>
          <a:p>
            <a:pPr algn="ctr" eaLnBrk="1" hangingPunct="1">
              <a:spcBef>
                <a:spcPct val="25000"/>
              </a:spcBef>
              <a:buClr>
                <a:schemeClr val="accent1"/>
              </a:buClr>
              <a:buSzPct val="65000"/>
              <a:buFont typeface="Wingdings" pitchFamily="2" charset="2"/>
              <a:buNone/>
            </a:pPr>
            <a:r>
              <a:rPr lang="en-US" sz="2500" b="1">
                <a:latin typeface="Arial" charset="0"/>
                <a:cs typeface="Arial" charset="0"/>
              </a:rPr>
              <a:t>LOVE OF WEALTH</a:t>
            </a:r>
            <a:endParaRPr lang="en-US" sz="2500">
              <a:latin typeface="Arial" charset="0"/>
              <a:cs typeface="Arial" charset="0"/>
            </a:endParaRPr>
          </a:p>
        </p:txBody>
      </p:sp>
      <p:sp>
        <p:nvSpPr>
          <p:cNvPr id="62475" name="Text Box 11"/>
          <p:cNvSpPr txBox="1">
            <a:spLocks noChangeArrowheads="1"/>
          </p:cNvSpPr>
          <p:nvPr/>
        </p:nvSpPr>
        <p:spPr bwMode="auto">
          <a:xfrm>
            <a:off x="6089650" y="1524000"/>
            <a:ext cx="2897188" cy="519113"/>
          </a:xfrm>
          <a:prstGeom prst="rect">
            <a:avLst/>
          </a:prstGeom>
          <a:solidFill>
            <a:schemeClr val="accent1"/>
          </a:solidFill>
          <a:ln w="9525">
            <a:noFill/>
            <a:miter lim="800000"/>
            <a:headEnd/>
            <a:tailEnd/>
          </a:ln>
          <a:effectLst/>
        </p:spPr>
        <p:txBody>
          <a:bodyPr/>
          <a:lstStyle/>
          <a:p>
            <a:pPr algn="ctr" eaLnBrk="1" hangingPunct="1">
              <a:spcBef>
                <a:spcPct val="20000"/>
              </a:spcBef>
              <a:buClr>
                <a:schemeClr val="accent1"/>
              </a:buClr>
              <a:buSzPct val="65000"/>
              <a:buFont typeface="Wingdings" pitchFamily="2" charset="2"/>
              <a:buNone/>
            </a:pPr>
            <a:r>
              <a:rPr lang="en-US" sz="2800" b="1">
                <a:latin typeface="Arial" charset="0"/>
                <a:cs typeface="Arial" charset="0"/>
              </a:rPr>
              <a:t>SELF-CONCIET</a:t>
            </a:r>
            <a:endParaRPr lang="en-US" sz="2800">
              <a:latin typeface="Arial"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62473"/>
                                        </p:tgtEl>
                                        <p:attrNameLst>
                                          <p:attrName>style.visibility</p:attrName>
                                        </p:attrNameLst>
                                      </p:cBhvr>
                                      <p:to>
                                        <p:strVal val="visible"/>
                                      </p:to>
                                    </p:set>
                                    <p:anim calcmode="lin" valueType="num">
                                      <p:cBhvr>
                                        <p:cTn id="7" dur="500" fill="hold"/>
                                        <p:tgtEl>
                                          <p:spTgt spid="62473"/>
                                        </p:tgtEl>
                                        <p:attrNameLst>
                                          <p:attrName>ppt_w</p:attrName>
                                        </p:attrNameLst>
                                      </p:cBhvr>
                                      <p:tavLst>
                                        <p:tav tm="0">
                                          <p:val>
                                            <p:fltVal val="0"/>
                                          </p:val>
                                        </p:tav>
                                        <p:tav tm="100000">
                                          <p:val>
                                            <p:strVal val="#ppt_w"/>
                                          </p:val>
                                        </p:tav>
                                      </p:tavLst>
                                    </p:anim>
                                    <p:anim calcmode="lin" valueType="num">
                                      <p:cBhvr>
                                        <p:cTn id="8" dur="500" fill="hold"/>
                                        <p:tgtEl>
                                          <p:spTgt spid="62473"/>
                                        </p:tgtEl>
                                        <p:attrNameLst>
                                          <p:attrName>ppt_h</p:attrName>
                                        </p:attrNameLst>
                                      </p:cBhvr>
                                      <p:tavLst>
                                        <p:tav tm="0">
                                          <p:val>
                                            <p:fltVal val="0"/>
                                          </p:val>
                                        </p:tav>
                                        <p:tav tm="100000">
                                          <p:val>
                                            <p:strVal val="#ppt_h"/>
                                          </p:val>
                                        </p:tav>
                                      </p:tavLst>
                                    </p:anim>
                                    <p:animEffect transition="in" filter="fade">
                                      <p:cBhvr>
                                        <p:cTn id="9" dur="500"/>
                                        <p:tgtEl>
                                          <p:spTgt spid="6247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1" fill="hold" grpId="0" nodeType="clickEffect">
                                  <p:stCondLst>
                                    <p:cond delay="0"/>
                                  </p:stCondLst>
                                  <p:childTnLst>
                                    <p:set>
                                      <p:cBhvr>
                                        <p:cTn id="13" dur="1" fill="hold">
                                          <p:stCondLst>
                                            <p:cond delay="0"/>
                                          </p:stCondLst>
                                        </p:cTn>
                                        <p:tgtEl>
                                          <p:spTgt spid="62470">
                                            <p:bg/>
                                          </p:spTgt>
                                        </p:tgtEl>
                                        <p:attrNameLst>
                                          <p:attrName>style.visibility</p:attrName>
                                        </p:attrNameLst>
                                      </p:cBhvr>
                                      <p:to>
                                        <p:strVal val="visible"/>
                                      </p:to>
                                    </p:set>
                                    <p:animEffect transition="in" filter="slide(fromTop)">
                                      <p:cBhvr>
                                        <p:cTn id="14" dur="500"/>
                                        <p:tgtEl>
                                          <p:spTgt spid="62470">
                                            <p:bg/>
                                          </p:spTgt>
                                        </p:tgtEl>
                                      </p:cBhvr>
                                    </p:animEffect>
                                  </p:childTnLst>
                                </p:cTn>
                              </p:par>
                            </p:childTnLst>
                          </p:cTn>
                        </p:par>
                        <p:par>
                          <p:cTn id="15" fill="hold">
                            <p:stCondLst>
                              <p:cond delay="500"/>
                            </p:stCondLst>
                            <p:childTnLst>
                              <p:par>
                                <p:cTn id="16" presetID="27" presetClass="entr" presetSubtype="0" fill="hold" grpId="0" nodeType="afterEffect">
                                  <p:stCondLst>
                                    <p:cond delay="400"/>
                                  </p:stCondLst>
                                  <p:iterate type="lt">
                                    <p:tmPct val="50000"/>
                                  </p:iterate>
                                  <p:childTnLst>
                                    <p:set>
                                      <p:cBhvr>
                                        <p:cTn id="17" dur="1" fill="hold">
                                          <p:stCondLst>
                                            <p:cond delay="0"/>
                                          </p:stCondLst>
                                        </p:cTn>
                                        <p:tgtEl>
                                          <p:spTgt spid="62470">
                                            <p:txEl>
                                              <p:pRg st="0" end="0"/>
                                            </p:txEl>
                                          </p:spTgt>
                                        </p:tgtEl>
                                        <p:attrNameLst>
                                          <p:attrName>style.visibility</p:attrName>
                                        </p:attrNameLst>
                                      </p:cBhvr>
                                      <p:to>
                                        <p:strVal val="visible"/>
                                      </p:to>
                                    </p:set>
                                    <p:anim calcmode="discrete" valueType="clr">
                                      <p:cBhvr override="childStyle">
                                        <p:cTn id="18" dur="80"/>
                                        <p:tgtEl>
                                          <p:spTgt spid="62470">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62470">
                                            <p:txEl>
                                              <p:pRg st="0" end="0"/>
                                            </p:txEl>
                                          </p:spTgt>
                                        </p:tgtEl>
                                        <p:attrNameLst>
                                          <p:attrName>fillcolor</p:attrName>
                                        </p:attrNameLst>
                                      </p:cBhvr>
                                      <p:tavLst>
                                        <p:tav tm="0">
                                          <p:val>
                                            <p:clrVal>
                                              <a:schemeClr val="accent2"/>
                                            </p:clrVal>
                                          </p:val>
                                        </p:tav>
                                        <p:tav tm="50000">
                                          <p:val>
                                            <p:clrVal>
                                              <a:schemeClr val="hlink"/>
                                            </p:clrVal>
                                          </p:val>
                                        </p:tav>
                                      </p:tavLst>
                                    </p:anim>
                                    <p:set>
                                      <p:cBhvr>
                                        <p:cTn id="20" dur="80"/>
                                        <p:tgtEl>
                                          <p:spTgt spid="62470">
                                            <p:txEl>
                                              <p:pRg st="0" end="0"/>
                                            </p:txEl>
                                          </p:spTgt>
                                        </p:tgtEl>
                                        <p:attrNameLst>
                                          <p:attrName>fill.type</p:attrName>
                                        </p:attrNameLst>
                                      </p:cBhvr>
                                      <p:to>
                                        <p:strVal val="solid"/>
                                      </p:to>
                                    </p:set>
                                  </p:childTnLst>
                                </p:cTn>
                              </p:par>
                            </p:childTnLst>
                          </p:cTn>
                        </p:par>
                        <p:par>
                          <p:cTn id="21" fill="hold">
                            <p:stCondLst>
                              <p:cond delay="1340"/>
                            </p:stCondLst>
                            <p:childTnLst>
                              <p:par>
                                <p:cTn id="22" presetID="27" presetClass="entr" presetSubtype="0" fill="hold" grpId="0" nodeType="afterEffect">
                                  <p:stCondLst>
                                    <p:cond delay="400"/>
                                  </p:stCondLst>
                                  <p:iterate type="lt">
                                    <p:tmPct val="50000"/>
                                  </p:iterate>
                                  <p:childTnLst>
                                    <p:set>
                                      <p:cBhvr>
                                        <p:cTn id="23" dur="1" fill="hold">
                                          <p:stCondLst>
                                            <p:cond delay="0"/>
                                          </p:stCondLst>
                                        </p:cTn>
                                        <p:tgtEl>
                                          <p:spTgt spid="62470">
                                            <p:txEl>
                                              <p:pRg st="1" end="1"/>
                                            </p:txEl>
                                          </p:spTgt>
                                        </p:tgtEl>
                                        <p:attrNameLst>
                                          <p:attrName>style.visibility</p:attrName>
                                        </p:attrNameLst>
                                      </p:cBhvr>
                                      <p:to>
                                        <p:strVal val="visible"/>
                                      </p:to>
                                    </p:set>
                                    <p:anim calcmode="discrete" valueType="clr">
                                      <p:cBhvr override="childStyle">
                                        <p:cTn id="24" dur="80"/>
                                        <p:tgtEl>
                                          <p:spTgt spid="62470">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62470">
                                            <p:txEl>
                                              <p:pRg st="1" end="1"/>
                                            </p:txEl>
                                          </p:spTgt>
                                        </p:tgtEl>
                                        <p:attrNameLst>
                                          <p:attrName>fillcolor</p:attrName>
                                        </p:attrNameLst>
                                      </p:cBhvr>
                                      <p:tavLst>
                                        <p:tav tm="0">
                                          <p:val>
                                            <p:clrVal>
                                              <a:schemeClr val="accent2"/>
                                            </p:clrVal>
                                          </p:val>
                                        </p:tav>
                                        <p:tav tm="50000">
                                          <p:val>
                                            <p:clrVal>
                                              <a:schemeClr val="hlink"/>
                                            </p:clrVal>
                                          </p:val>
                                        </p:tav>
                                      </p:tavLst>
                                    </p:anim>
                                    <p:set>
                                      <p:cBhvr>
                                        <p:cTn id="26" dur="80"/>
                                        <p:tgtEl>
                                          <p:spTgt spid="62470">
                                            <p:txEl>
                                              <p:pRg st="1" end="1"/>
                                            </p:txEl>
                                          </p:spTgt>
                                        </p:tgtEl>
                                        <p:attrNameLst>
                                          <p:attrName>fill.type</p:attrName>
                                        </p:attrNameLst>
                                      </p:cBhvr>
                                      <p:to>
                                        <p:strVal val="solid"/>
                                      </p:to>
                                    </p:set>
                                  </p:childTnLst>
                                </p:cTn>
                              </p:par>
                            </p:childTnLst>
                          </p:cTn>
                        </p:par>
                        <p:par>
                          <p:cTn id="27" fill="hold">
                            <p:stCondLst>
                              <p:cond delay="2380"/>
                            </p:stCondLst>
                            <p:childTnLst>
                              <p:par>
                                <p:cTn id="28" presetID="27" presetClass="entr" presetSubtype="0" fill="hold" grpId="0" nodeType="afterEffect">
                                  <p:stCondLst>
                                    <p:cond delay="400"/>
                                  </p:stCondLst>
                                  <p:iterate type="lt">
                                    <p:tmPct val="50000"/>
                                  </p:iterate>
                                  <p:childTnLst>
                                    <p:set>
                                      <p:cBhvr>
                                        <p:cTn id="29" dur="1" fill="hold">
                                          <p:stCondLst>
                                            <p:cond delay="0"/>
                                          </p:stCondLst>
                                        </p:cTn>
                                        <p:tgtEl>
                                          <p:spTgt spid="62470">
                                            <p:txEl>
                                              <p:pRg st="2" end="2"/>
                                            </p:txEl>
                                          </p:spTgt>
                                        </p:tgtEl>
                                        <p:attrNameLst>
                                          <p:attrName>style.visibility</p:attrName>
                                        </p:attrNameLst>
                                      </p:cBhvr>
                                      <p:to>
                                        <p:strVal val="visible"/>
                                      </p:to>
                                    </p:set>
                                    <p:anim calcmode="discrete" valueType="clr">
                                      <p:cBhvr override="childStyle">
                                        <p:cTn id="30" dur="80"/>
                                        <p:tgtEl>
                                          <p:spTgt spid="62470">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1" dur="80"/>
                                        <p:tgtEl>
                                          <p:spTgt spid="62470">
                                            <p:txEl>
                                              <p:pRg st="2" end="2"/>
                                            </p:txEl>
                                          </p:spTgt>
                                        </p:tgtEl>
                                        <p:attrNameLst>
                                          <p:attrName>fillcolor</p:attrName>
                                        </p:attrNameLst>
                                      </p:cBhvr>
                                      <p:tavLst>
                                        <p:tav tm="0">
                                          <p:val>
                                            <p:clrVal>
                                              <a:schemeClr val="accent2"/>
                                            </p:clrVal>
                                          </p:val>
                                        </p:tav>
                                        <p:tav tm="50000">
                                          <p:val>
                                            <p:clrVal>
                                              <a:schemeClr val="hlink"/>
                                            </p:clrVal>
                                          </p:val>
                                        </p:tav>
                                      </p:tavLst>
                                    </p:anim>
                                    <p:set>
                                      <p:cBhvr>
                                        <p:cTn id="32" dur="80"/>
                                        <p:tgtEl>
                                          <p:spTgt spid="62470">
                                            <p:txEl>
                                              <p:pRg st="2" end="2"/>
                                            </p:txEl>
                                          </p:spTgt>
                                        </p:tgtEl>
                                        <p:attrNameLst>
                                          <p:attrName>fill.type</p:attrName>
                                        </p:attrNameLst>
                                      </p:cBhvr>
                                      <p:to>
                                        <p:strVal val="solid"/>
                                      </p:to>
                                    </p:set>
                                  </p:childTnLst>
                                </p:cTn>
                              </p:par>
                            </p:childTnLst>
                          </p:cTn>
                        </p:par>
                        <p:par>
                          <p:cTn id="33" fill="hold">
                            <p:stCondLst>
                              <p:cond delay="3220"/>
                            </p:stCondLst>
                            <p:childTnLst>
                              <p:par>
                                <p:cTn id="34" presetID="27" presetClass="entr" presetSubtype="0" fill="hold" grpId="0" nodeType="afterEffect">
                                  <p:stCondLst>
                                    <p:cond delay="400"/>
                                  </p:stCondLst>
                                  <p:iterate type="lt">
                                    <p:tmPct val="50000"/>
                                  </p:iterate>
                                  <p:childTnLst>
                                    <p:set>
                                      <p:cBhvr>
                                        <p:cTn id="35" dur="1" fill="hold">
                                          <p:stCondLst>
                                            <p:cond delay="0"/>
                                          </p:stCondLst>
                                        </p:cTn>
                                        <p:tgtEl>
                                          <p:spTgt spid="62470">
                                            <p:txEl>
                                              <p:pRg st="3" end="3"/>
                                            </p:txEl>
                                          </p:spTgt>
                                        </p:tgtEl>
                                        <p:attrNameLst>
                                          <p:attrName>style.visibility</p:attrName>
                                        </p:attrNameLst>
                                      </p:cBhvr>
                                      <p:to>
                                        <p:strVal val="visible"/>
                                      </p:to>
                                    </p:set>
                                    <p:anim calcmode="discrete" valueType="clr">
                                      <p:cBhvr override="childStyle">
                                        <p:cTn id="36" dur="80"/>
                                        <p:tgtEl>
                                          <p:spTgt spid="62470">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62470">
                                            <p:txEl>
                                              <p:pRg st="3" end="3"/>
                                            </p:txEl>
                                          </p:spTgt>
                                        </p:tgtEl>
                                        <p:attrNameLst>
                                          <p:attrName>fillcolor</p:attrName>
                                        </p:attrNameLst>
                                      </p:cBhvr>
                                      <p:tavLst>
                                        <p:tav tm="0">
                                          <p:val>
                                            <p:clrVal>
                                              <a:schemeClr val="accent2"/>
                                            </p:clrVal>
                                          </p:val>
                                        </p:tav>
                                        <p:tav tm="50000">
                                          <p:val>
                                            <p:clrVal>
                                              <a:schemeClr val="hlink"/>
                                            </p:clrVal>
                                          </p:val>
                                        </p:tav>
                                      </p:tavLst>
                                    </p:anim>
                                    <p:set>
                                      <p:cBhvr>
                                        <p:cTn id="38" dur="80"/>
                                        <p:tgtEl>
                                          <p:spTgt spid="62470">
                                            <p:txEl>
                                              <p:pRg st="3" end="3"/>
                                            </p:txEl>
                                          </p:spTgt>
                                        </p:tgtEl>
                                        <p:attrNameLst>
                                          <p:attrName>fill.type</p:attrName>
                                        </p:attrNameLst>
                                      </p:cBhvr>
                                      <p:to>
                                        <p:strVal val="solid"/>
                                      </p:to>
                                    </p:set>
                                  </p:childTnLst>
                                </p:cTn>
                              </p:par>
                            </p:childTnLst>
                          </p:cTn>
                        </p:par>
                        <p:par>
                          <p:cTn id="39" fill="hold">
                            <p:stCondLst>
                              <p:cond delay="3980"/>
                            </p:stCondLst>
                            <p:childTnLst>
                              <p:par>
                                <p:cTn id="40" presetID="27" presetClass="entr" presetSubtype="0" fill="hold" grpId="0" nodeType="afterEffect">
                                  <p:stCondLst>
                                    <p:cond delay="400"/>
                                  </p:stCondLst>
                                  <p:iterate type="lt">
                                    <p:tmPct val="50000"/>
                                  </p:iterate>
                                  <p:childTnLst>
                                    <p:set>
                                      <p:cBhvr>
                                        <p:cTn id="41" dur="1" fill="hold">
                                          <p:stCondLst>
                                            <p:cond delay="0"/>
                                          </p:stCondLst>
                                        </p:cTn>
                                        <p:tgtEl>
                                          <p:spTgt spid="62470">
                                            <p:txEl>
                                              <p:pRg st="4" end="4"/>
                                            </p:txEl>
                                          </p:spTgt>
                                        </p:tgtEl>
                                        <p:attrNameLst>
                                          <p:attrName>style.visibility</p:attrName>
                                        </p:attrNameLst>
                                      </p:cBhvr>
                                      <p:to>
                                        <p:strVal val="visible"/>
                                      </p:to>
                                    </p:set>
                                    <p:anim calcmode="discrete" valueType="clr">
                                      <p:cBhvr override="childStyle">
                                        <p:cTn id="42" dur="80"/>
                                        <p:tgtEl>
                                          <p:spTgt spid="62470">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62470">
                                            <p:txEl>
                                              <p:pRg st="4" end="4"/>
                                            </p:txEl>
                                          </p:spTgt>
                                        </p:tgtEl>
                                        <p:attrNameLst>
                                          <p:attrName>fillcolor</p:attrName>
                                        </p:attrNameLst>
                                      </p:cBhvr>
                                      <p:tavLst>
                                        <p:tav tm="0">
                                          <p:val>
                                            <p:clrVal>
                                              <a:schemeClr val="accent2"/>
                                            </p:clrVal>
                                          </p:val>
                                        </p:tav>
                                        <p:tav tm="50000">
                                          <p:val>
                                            <p:clrVal>
                                              <a:schemeClr val="hlink"/>
                                            </p:clrVal>
                                          </p:val>
                                        </p:tav>
                                      </p:tavLst>
                                    </p:anim>
                                    <p:set>
                                      <p:cBhvr>
                                        <p:cTn id="44" dur="80"/>
                                        <p:tgtEl>
                                          <p:spTgt spid="62470">
                                            <p:txEl>
                                              <p:pRg st="4" end="4"/>
                                            </p:txEl>
                                          </p:spTgt>
                                        </p:tgtEl>
                                        <p:attrNameLst>
                                          <p:attrName>fill.type</p:attrName>
                                        </p:attrNameLst>
                                      </p:cBhvr>
                                      <p:to>
                                        <p:strVal val="solid"/>
                                      </p:to>
                                    </p:set>
                                  </p:childTnLst>
                                </p:cTn>
                              </p:par>
                            </p:childTnLst>
                          </p:cTn>
                        </p:par>
                        <p:par>
                          <p:cTn id="45" fill="hold">
                            <p:stCondLst>
                              <p:cond delay="4780"/>
                            </p:stCondLst>
                            <p:childTnLst>
                              <p:par>
                                <p:cTn id="46" presetID="27" presetClass="entr" presetSubtype="0" fill="hold" grpId="0" nodeType="afterEffect">
                                  <p:stCondLst>
                                    <p:cond delay="400"/>
                                  </p:stCondLst>
                                  <p:iterate type="lt">
                                    <p:tmPct val="50000"/>
                                  </p:iterate>
                                  <p:childTnLst>
                                    <p:set>
                                      <p:cBhvr>
                                        <p:cTn id="47" dur="1" fill="hold">
                                          <p:stCondLst>
                                            <p:cond delay="0"/>
                                          </p:stCondLst>
                                        </p:cTn>
                                        <p:tgtEl>
                                          <p:spTgt spid="62470">
                                            <p:txEl>
                                              <p:pRg st="5" end="5"/>
                                            </p:txEl>
                                          </p:spTgt>
                                        </p:tgtEl>
                                        <p:attrNameLst>
                                          <p:attrName>style.visibility</p:attrName>
                                        </p:attrNameLst>
                                      </p:cBhvr>
                                      <p:to>
                                        <p:strVal val="visible"/>
                                      </p:to>
                                    </p:set>
                                    <p:anim calcmode="discrete" valueType="clr">
                                      <p:cBhvr override="childStyle">
                                        <p:cTn id="48" dur="80"/>
                                        <p:tgtEl>
                                          <p:spTgt spid="62470">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9" dur="80"/>
                                        <p:tgtEl>
                                          <p:spTgt spid="62470">
                                            <p:txEl>
                                              <p:pRg st="5" end="5"/>
                                            </p:txEl>
                                          </p:spTgt>
                                        </p:tgtEl>
                                        <p:attrNameLst>
                                          <p:attrName>fillcolor</p:attrName>
                                        </p:attrNameLst>
                                      </p:cBhvr>
                                      <p:tavLst>
                                        <p:tav tm="0">
                                          <p:val>
                                            <p:clrVal>
                                              <a:schemeClr val="accent2"/>
                                            </p:clrVal>
                                          </p:val>
                                        </p:tav>
                                        <p:tav tm="50000">
                                          <p:val>
                                            <p:clrVal>
                                              <a:schemeClr val="hlink"/>
                                            </p:clrVal>
                                          </p:val>
                                        </p:tav>
                                      </p:tavLst>
                                    </p:anim>
                                    <p:set>
                                      <p:cBhvr>
                                        <p:cTn id="50" dur="80"/>
                                        <p:tgtEl>
                                          <p:spTgt spid="62470">
                                            <p:txEl>
                                              <p:pRg st="5" end="5"/>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12" presetClass="entr" presetSubtype="1" fill="hold" grpId="0" nodeType="clickEffect">
                                  <p:stCondLst>
                                    <p:cond delay="0"/>
                                  </p:stCondLst>
                                  <p:childTnLst>
                                    <p:set>
                                      <p:cBhvr>
                                        <p:cTn id="54" dur="1" fill="hold">
                                          <p:stCondLst>
                                            <p:cond delay="0"/>
                                          </p:stCondLst>
                                        </p:cTn>
                                        <p:tgtEl>
                                          <p:spTgt spid="62470">
                                            <p:txEl>
                                              <p:pRg st="7" end="7"/>
                                            </p:txEl>
                                          </p:spTgt>
                                        </p:tgtEl>
                                        <p:attrNameLst>
                                          <p:attrName>style.visibility</p:attrName>
                                        </p:attrNameLst>
                                      </p:cBhvr>
                                      <p:to>
                                        <p:strVal val="visible"/>
                                      </p:to>
                                    </p:set>
                                    <p:animEffect transition="in" filter="slide(fromTop)">
                                      <p:cBhvr>
                                        <p:cTn id="55" dur="500"/>
                                        <p:tgtEl>
                                          <p:spTgt spid="62470">
                                            <p:txEl>
                                              <p:pRg st="7" end="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0" fill="hold" grpId="0" nodeType="clickEffect">
                                  <p:stCondLst>
                                    <p:cond delay="0"/>
                                  </p:stCondLst>
                                  <p:childTnLst>
                                    <p:set>
                                      <p:cBhvr>
                                        <p:cTn id="59" dur="1" fill="hold">
                                          <p:stCondLst>
                                            <p:cond delay="0"/>
                                          </p:stCondLst>
                                        </p:cTn>
                                        <p:tgtEl>
                                          <p:spTgt spid="62474"/>
                                        </p:tgtEl>
                                        <p:attrNameLst>
                                          <p:attrName>style.visibility</p:attrName>
                                        </p:attrNameLst>
                                      </p:cBhvr>
                                      <p:to>
                                        <p:strVal val="visible"/>
                                      </p:to>
                                    </p:set>
                                    <p:anim calcmode="lin" valueType="num">
                                      <p:cBhvr>
                                        <p:cTn id="60" dur="500" fill="hold"/>
                                        <p:tgtEl>
                                          <p:spTgt spid="62474"/>
                                        </p:tgtEl>
                                        <p:attrNameLst>
                                          <p:attrName>ppt_w</p:attrName>
                                        </p:attrNameLst>
                                      </p:cBhvr>
                                      <p:tavLst>
                                        <p:tav tm="0">
                                          <p:val>
                                            <p:fltVal val="0"/>
                                          </p:val>
                                        </p:tav>
                                        <p:tav tm="100000">
                                          <p:val>
                                            <p:strVal val="#ppt_w"/>
                                          </p:val>
                                        </p:tav>
                                      </p:tavLst>
                                    </p:anim>
                                    <p:anim calcmode="lin" valueType="num">
                                      <p:cBhvr>
                                        <p:cTn id="61" dur="500" fill="hold"/>
                                        <p:tgtEl>
                                          <p:spTgt spid="62474"/>
                                        </p:tgtEl>
                                        <p:attrNameLst>
                                          <p:attrName>ppt_h</p:attrName>
                                        </p:attrNameLst>
                                      </p:cBhvr>
                                      <p:tavLst>
                                        <p:tav tm="0">
                                          <p:val>
                                            <p:fltVal val="0"/>
                                          </p:val>
                                        </p:tav>
                                        <p:tav tm="100000">
                                          <p:val>
                                            <p:strVal val="#ppt_h"/>
                                          </p:val>
                                        </p:tav>
                                      </p:tavLst>
                                    </p:anim>
                                    <p:animEffect transition="in" filter="fade">
                                      <p:cBhvr>
                                        <p:cTn id="62" dur="500"/>
                                        <p:tgtEl>
                                          <p:spTgt spid="62474"/>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1" fill="hold" grpId="0" nodeType="clickEffect">
                                  <p:stCondLst>
                                    <p:cond delay="0"/>
                                  </p:stCondLst>
                                  <p:childTnLst>
                                    <p:set>
                                      <p:cBhvr>
                                        <p:cTn id="66" dur="1" fill="hold">
                                          <p:stCondLst>
                                            <p:cond delay="0"/>
                                          </p:stCondLst>
                                        </p:cTn>
                                        <p:tgtEl>
                                          <p:spTgt spid="62471">
                                            <p:bg/>
                                          </p:spTgt>
                                        </p:tgtEl>
                                        <p:attrNameLst>
                                          <p:attrName>style.visibility</p:attrName>
                                        </p:attrNameLst>
                                      </p:cBhvr>
                                      <p:to>
                                        <p:strVal val="visible"/>
                                      </p:to>
                                    </p:set>
                                    <p:animEffect transition="in" filter="slide(fromTop)">
                                      <p:cBhvr>
                                        <p:cTn id="67" dur="500"/>
                                        <p:tgtEl>
                                          <p:spTgt spid="62471">
                                            <p:bg/>
                                          </p:spTgt>
                                        </p:tgtEl>
                                      </p:cBhvr>
                                    </p:animEffect>
                                  </p:childTnLst>
                                </p:cTn>
                              </p:par>
                            </p:childTnLst>
                          </p:cTn>
                        </p:par>
                        <p:par>
                          <p:cTn id="68" fill="hold">
                            <p:stCondLst>
                              <p:cond delay="500"/>
                            </p:stCondLst>
                            <p:childTnLst>
                              <p:par>
                                <p:cTn id="69" presetID="27" presetClass="entr" presetSubtype="0" fill="hold" grpId="0" nodeType="afterEffect">
                                  <p:stCondLst>
                                    <p:cond delay="400"/>
                                  </p:stCondLst>
                                  <p:iterate type="lt">
                                    <p:tmPct val="50000"/>
                                  </p:iterate>
                                  <p:childTnLst>
                                    <p:set>
                                      <p:cBhvr>
                                        <p:cTn id="70" dur="1" fill="hold">
                                          <p:stCondLst>
                                            <p:cond delay="0"/>
                                          </p:stCondLst>
                                        </p:cTn>
                                        <p:tgtEl>
                                          <p:spTgt spid="62471">
                                            <p:txEl>
                                              <p:pRg st="0" end="0"/>
                                            </p:txEl>
                                          </p:spTgt>
                                        </p:tgtEl>
                                        <p:attrNameLst>
                                          <p:attrName>style.visibility</p:attrName>
                                        </p:attrNameLst>
                                      </p:cBhvr>
                                      <p:to>
                                        <p:strVal val="visible"/>
                                      </p:to>
                                    </p:set>
                                    <p:anim calcmode="discrete" valueType="clr">
                                      <p:cBhvr override="childStyle">
                                        <p:cTn id="71" dur="80"/>
                                        <p:tgtEl>
                                          <p:spTgt spid="6247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2" dur="80"/>
                                        <p:tgtEl>
                                          <p:spTgt spid="62471">
                                            <p:txEl>
                                              <p:pRg st="0" end="0"/>
                                            </p:txEl>
                                          </p:spTgt>
                                        </p:tgtEl>
                                        <p:attrNameLst>
                                          <p:attrName>fillcolor</p:attrName>
                                        </p:attrNameLst>
                                      </p:cBhvr>
                                      <p:tavLst>
                                        <p:tav tm="0">
                                          <p:val>
                                            <p:clrVal>
                                              <a:schemeClr val="accent2"/>
                                            </p:clrVal>
                                          </p:val>
                                        </p:tav>
                                        <p:tav tm="50000">
                                          <p:val>
                                            <p:clrVal>
                                              <a:schemeClr val="hlink"/>
                                            </p:clrVal>
                                          </p:val>
                                        </p:tav>
                                      </p:tavLst>
                                    </p:anim>
                                    <p:set>
                                      <p:cBhvr>
                                        <p:cTn id="73" dur="80"/>
                                        <p:tgtEl>
                                          <p:spTgt spid="62471">
                                            <p:txEl>
                                              <p:pRg st="0" end="0"/>
                                            </p:txEl>
                                          </p:spTgt>
                                        </p:tgtEl>
                                        <p:attrNameLst>
                                          <p:attrName>fill.type</p:attrName>
                                        </p:attrNameLst>
                                      </p:cBhvr>
                                      <p:to>
                                        <p:strVal val="solid"/>
                                      </p:to>
                                    </p:set>
                                  </p:childTnLst>
                                </p:cTn>
                              </p:par>
                            </p:childTnLst>
                          </p:cTn>
                        </p:par>
                        <p:par>
                          <p:cTn id="74" fill="hold">
                            <p:stCondLst>
                              <p:cond delay="1660"/>
                            </p:stCondLst>
                            <p:childTnLst>
                              <p:par>
                                <p:cTn id="75" presetID="27" presetClass="entr" presetSubtype="0" fill="hold" grpId="0" nodeType="afterEffect">
                                  <p:stCondLst>
                                    <p:cond delay="400"/>
                                  </p:stCondLst>
                                  <p:iterate type="lt">
                                    <p:tmPct val="50000"/>
                                  </p:iterate>
                                  <p:childTnLst>
                                    <p:set>
                                      <p:cBhvr>
                                        <p:cTn id="76" dur="1" fill="hold">
                                          <p:stCondLst>
                                            <p:cond delay="0"/>
                                          </p:stCondLst>
                                        </p:cTn>
                                        <p:tgtEl>
                                          <p:spTgt spid="62471">
                                            <p:txEl>
                                              <p:pRg st="1" end="1"/>
                                            </p:txEl>
                                          </p:spTgt>
                                        </p:tgtEl>
                                        <p:attrNameLst>
                                          <p:attrName>style.visibility</p:attrName>
                                        </p:attrNameLst>
                                      </p:cBhvr>
                                      <p:to>
                                        <p:strVal val="visible"/>
                                      </p:to>
                                    </p:set>
                                    <p:anim calcmode="discrete" valueType="clr">
                                      <p:cBhvr override="childStyle">
                                        <p:cTn id="77" dur="80"/>
                                        <p:tgtEl>
                                          <p:spTgt spid="62471">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78" dur="80"/>
                                        <p:tgtEl>
                                          <p:spTgt spid="62471">
                                            <p:txEl>
                                              <p:pRg st="1" end="1"/>
                                            </p:txEl>
                                          </p:spTgt>
                                        </p:tgtEl>
                                        <p:attrNameLst>
                                          <p:attrName>fillcolor</p:attrName>
                                        </p:attrNameLst>
                                      </p:cBhvr>
                                      <p:tavLst>
                                        <p:tav tm="0">
                                          <p:val>
                                            <p:clrVal>
                                              <a:schemeClr val="accent2"/>
                                            </p:clrVal>
                                          </p:val>
                                        </p:tav>
                                        <p:tav tm="50000">
                                          <p:val>
                                            <p:clrVal>
                                              <a:schemeClr val="hlink"/>
                                            </p:clrVal>
                                          </p:val>
                                        </p:tav>
                                      </p:tavLst>
                                    </p:anim>
                                    <p:set>
                                      <p:cBhvr>
                                        <p:cTn id="79" dur="80"/>
                                        <p:tgtEl>
                                          <p:spTgt spid="62471">
                                            <p:txEl>
                                              <p:pRg st="1" end="1"/>
                                            </p:txEl>
                                          </p:spTgt>
                                        </p:tgtEl>
                                        <p:attrNameLst>
                                          <p:attrName>fill.type</p:attrName>
                                        </p:attrNameLst>
                                      </p:cBhvr>
                                      <p:to>
                                        <p:strVal val="solid"/>
                                      </p:to>
                                    </p:set>
                                  </p:childTnLst>
                                </p:cTn>
                              </p:par>
                            </p:childTnLst>
                          </p:cTn>
                        </p:par>
                        <p:par>
                          <p:cTn id="80" fill="hold">
                            <p:stCondLst>
                              <p:cond delay="2420"/>
                            </p:stCondLst>
                            <p:childTnLst>
                              <p:par>
                                <p:cTn id="81" presetID="27" presetClass="entr" presetSubtype="0" fill="hold" grpId="0" nodeType="afterEffect">
                                  <p:stCondLst>
                                    <p:cond delay="400"/>
                                  </p:stCondLst>
                                  <p:iterate type="lt">
                                    <p:tmPct val="50000"/>
                                  </p:iterate>
                                  <p:childTnLst>
                                    <p:set>
                                      <p:cBhvr>
                                        <p:cTn id="82" dur="1" fill="hold">
                                          <p:stCondLst>
                                            <p:cond delay="0"/>
                                          </p:stCondLst>
                                        </p:cTn>
                                        <p:tgtEl>
                                          <p:spTgt spid="62471">
                                            <p:txEl>
                                              <p:pRg st="2" end="2"/>
                                            </p:txEl>
                                          </p:spTgt>
                                        </p:tgtEl>
                                        <p:attrNameLst>
                                          <p:attrName>style.visibility</p:attrName>
                                        </p:attrNameLst>
                                      </p:cBhvr>
                                      <p:to>
                                        <p:strVal val="visible"/>
                                      </p:to>
                                    </p:set>
                                    <p:anim calcmode="discrete" valueType="clr">
                                      <p:cBhvr override="childStyle">
                                        <p:cTn id="83" dur="80"/>
                                        <p:tgtEl>
                                          <p:spTgt spid="62471">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4" dur="80"/>
                                        <p:tgtEl>
                                          <p:spTgt spid="62471">
                                            <p:txEl>
                                              <p:pRg st="2" end="2"/>
                                            </p:txEl>
                                          </p:spTgt>
                                        </p:tgtEl>
                                        <p:attrNameLst>
                                          <p:attrName>fillcolor</p:attrName>
                                        </p:attrNameLst>
                                      </p:cBhvr>
                                      <p:tavLst>
                                        <p:tav tm="0">
                                          <p:val>
                                            <p:clrVal>
                                              <a:schemeClr val="accent2"/>
                                            </p:clrVal>
                                          </p:val>
                                        </p:tav>
                                        <p:tav tm="50000">
                                          <p:val>
                                            <p:clrVal>
                                              <a:schemeClr val="hlink"/>
                                            </p:clrVal>
                                          </p:val>
                                        </p:tav>
                                      </p:tavLst>
                                    </p:anim>
                                    <p:set>
                                      <p:cBhvr>
                                        <p:cTn id="85" dur="80"/>
                                        <p:tgtEl>
                                          <p:spTgt spid="62471">
                                            <p:txEl>
                                              <p:pRg st="2" end="2"/>
                                            </p:txEl>
                                          </p:spTgt>
                                        </p:tgtEl>
                                        <p:attrNameLst>
                                          <p:attrName>fill.type</p:attrName>
                                        </p:attrNameLst>
                                      </p:cBhvr>
                                      <p:to>
                                        <p:strVal val="solid"/>
                                      </p:to>
                                    </p:set>
                                  </p:childTnLst>
                                </p:cTn>
                              </p:par>
                            </p:childTnLst>
                          </p:cTn>
                        </p:par>
                        <p:par>
                          <p:cTn id="86" fill="hold">
                            <p:stCondLst>
                              <p:cond delay="3180"/>
                            </p:stCondLst>
                            <p:childTnLst>
                              <p:par>
                                <p:cTn id="87" presetID="27" presetClass="entr" presetSubtype="0" fill="hold" grpId="0" nodeType="afterEffect">
                                  <p:stCondLst>
                                    <p:cond delay="400"/>
                                  </p:stCondLst>
                                  <p:iterate type="lt">
                                    <p:tmPct val="50000"/>
                                  </p:iterate>
                                  <p:childTnLst>
                                    <p:set>
                                      <p:cBhvr>
                                        <p:cTn id="88" dur="1" fill="hold">
                                          <p:stCondLst>
                                            <p:cond delay="0"/>
                                          </p:stCondLst>
                                        </p:cTn>
                                        <p:tgtEl>
                                          <p:spTgt spid="62471">
                                            <p:txEl>
                                              <p:pRg st="3" end="3"/>
                                            </p:txEl>
                                          </p:spTgt>
                                        </p:tgtEl>
                                        <p:attrNameLst>
                                          <p:attrName>style.visibility</p:attrName>
                                        </p:attrNameLst>
                                      </p:cBhvr>
                                      <p:to>
                                        <p:strVal val="visible"/>
                                      </p:to>
                                    </p:set>
                                    <p:anim calcmode="discrete" valueType="clr">
                                      <p:cBhvr override="childStyle">
                                        <p:cTn id="89" dur="80"/>
                                        <p:tgtEl>
                                          <p:spTgt spid="62471">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90" dur="80"/>
                                        <p:tgtEl>
                                          <p:spTgt spid="62471">
                                            <p:txEl>
                                              <p:pRg st="3" end="3"/>
                                            </p:txEl>
                                          </p:spTgt>
                                        </p:tgtEl>
                                        <p:attrNameLst>
                                          <p:attrName>fillcolor</p:attrName>
                                        </p:attrNameLst>
                                      </p:cBhvr>
                                      <p:tavLst>
                                        <p:tav tm="0">
                                          <p:val>
                                            <p:clrVal>
                                              <a:schemeClr val="accent2"/>
                                            </p:clrVal>
                                          </p:val>
                                        </p:tav>
                                        <p:tav tm="50000">
                                          <p:val>
                                            <p:clrVal>
                                              <a:schemeClr val="hlink"/>
                                            </p:clrVal>
                                          </p:val>
                                        </p:tav>
                                      </p:tavLst>
                                    </p:anim>
                                    <p:set>
                                      <p:cBhvr>
                                        <p:cTn id="91" dur="80"/>
                                        <p:tgtEl>
                                          <p:spTgt spid="62471">
                                            <p:txEl>
                                              <p:pRg st="3" end="3"/>
                                            </p:txEl>
                                          </p:spTgt>
                                        </p:tgtEl>
                                        <p:attrNameLst>
                                          <p:attrName>fill.type</p:attrName>
                                        </p:attrNameLst>
                                      </p:cBhvr>
                                      <p:to>
                                        <p:strVal val="solid"/>
                                      </p:to>
                                    </p:set>
                                  </p:childTnLst>
                                </p:cTn>
                              </p:par>
                            </p:childTnLst>
                          </p:cTn>
                        </p:par>
                        <p:par>
                          <p:cTn id="92" fill="hold">
                            <p:stCondLst>
                              <p:cond delay="3940"/>
                            </p:stCondLst>
                            <p:childTnLst>
                              <p:par>
                                <p:cTn id="93" presetID="27" presetClass="entr" presetSubtype="0" fill="hold" grpId="0" nodeType="afterEffect">
                                  <p:stCondLst>
                                    <p:cond delay="400"/>
                                  </p:stCondLst>
                                  <p:iterate type="lt">
                                    <p:tmPct val="50000"/>
                                  </p:iterate>
                                  <p:childTnLst>
                                    <p:set>
                                      <p:cBhvr>
                                        <p:cTn id="94" dur="1" fill="hold">
                                          <p:stCondLst>
                                            <p:cond delay="0"/>
                                          </p:stCondLst>
                                        </p:cTn>
                                        <p:tgtEl>
                                          <p:spTgt spid="62471">
                                            <p:txEl>
                                              <p:pRg st="4" end="4"/>
                                            </p:txEl>
                                          </p:spTgt>
                                        </p:tgtEl>
                                        <p:attrNameLst>
                                          <p:attrName>style.visibility</p:attrName>
                                        </p:attrNameLst>
                                      </p:cBhvr>
                                      <p:to>
                                        <p:strVal val="visible"/>
                                      </p:to>
                                    </p:set>
                                    <p:anim calcmode="discrete" valueType="clr">
                                      <p:cBhvr override="childStyle">
                                        <p:cTn id="95" dur="80"/>
                                        <p:tgtEl>
                                          <p:spTgt spid="62471">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96" dur="80"/>
                                        <p:tgtEl>
                                          <p:spTgt spid="62471">
                                            <p:txEl>
                                              <p:pRg st="4" end="4"/>
                                            </p:txEl>
                                          </p:spTgt>
                                        </p:tgtEl>
                                        <p:attrNameLst>
                                          <p:attrName>fillcolor</p:attrName>
                                        </p:attrNameLst>
                                      </p:cBhvr>
                                      <p:tavLst>
                                        <p:tav tm="0">
                                          <p:val>
                                            <p:clrVal>
                                              <a:schemeClr val="accent2"/>
                                            </p:clrVal>
                                          </p:val>
                                        </p:tav>
                                        <p:tav tm="50000">
                                          <p:val>
                                            <p:clrVal>
                                              <a:schemeClr val="hlink"/>
                                            </p:clrVal>
                                          </p:val>
                                        </p:tav>
                                      </p:tavLst>
                                    </p:anim>
                                    <p:set>
                                      <p:cBhvr>
                                        <p:cTn id="97" dur="80"/>
                                        <p:tgtEl>
                                          <p:spTgt spid="62471">
                                            <p:txEl>
                                              <p:pRg st="4" end="4"/>
                                            </p:txEl>
                                          </p:spTgt>
                                        </p:tgtEl>
                                        <p:attrNameLst>
                                          <p:attrName>fill.type</p:attrName>
                                        </p:attrNameLst>
                                      </p:cBhvr>
                                      <p:to>
                                        <p:strVal val="solid"/>
                                      </p:to>
                                    </p:set>
                                  </p:childTnLst>
                                </p:cTn>
                              </p:par>
                            </p:childTnLst>
                          </p:cTn>
                        </p:par>
                        <p:par>
                          <p:cTn id="98" fill="hold">
                            <p:stCondLst>
                              <p:cond delay="4860"/>
                            </p:stCondLst>
                            <p:childTnLst>
                              <p:par>
                                <p:cTn id="99" presetID="27" presetClass="entr" presetSubtype="0" fill="hold" grpId="0" nodeType="afterEffect">
                                  <p:stCondLst>
                                    <p:cond delay="400"/>
                                  </p:stCondLst>
                                  <p:iterate type="lt">
                                    <p:tmPct val="50000"/>
                                  </p:iterate>
                                  <p:childTnLst>
                                    <p:set>
                                      <p:cBhvr>
                                        <p:cTn id="100" dur="1" fill="hold">
                                          <p:stCondLst>
                                            <p:cond delay="0"/>
                                          </p:stCondLst>
                                        </p:cTn>
                                        <p:tgtEl>
                                          <p:spTgt spid="62471">
                                            <p:txEl>
                                              <p:pRg st="5" end="5"/>
                                            </p:txEl>
                                          </p:spTgt>
                                        </p:tgtEl>
                                        <p:attrNameLst>
                                          <p:attrName>style.visibility</p:attrName>
                                        </p:attrNameLst>
                                      </p:cBhvr>
                                      <p:to>
                                        <p:strVal val="visible"/>
                                      </p:to>
                                    </p:set>
                                    <p:anim calcmode="discrete" valueType="clr">
                                      <p:cBhvr override="childStyle">
                                        <p:cTn id="101" dur="80"/>
                                        <p:tgtEl>
                                          <p:spTgt spid="62471">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02" dur="80"/>
                                        <p:tgtEl>
                                          <p:spTgt spid="62471">
                                            <p:txEl>
                                              <p:pRg st="5" end="5"/>
                                            </p:txEl>
                                          </p:spTgt>
                                        </p:tgtEl>
                                        <p:attrNameLst>
                                          <p:attrName>fillcolor</p:attrName>
                                        </p:attrNameLst>
                                      </p:cBhvr>
                                      <p:tavLst>
                                        <p:tav tm="0">
                                          <p:val>
                                            <p:clrVal>
                                              <a:schemeClr val="accent2"/>
                                            </p:clrVal>
                                          </p:val>
                                        </p:tav>
                                        <p:tav tm="50000">
                                          <p:val>
                                            <p:clrVal>
                                              <a:schemeClr val="hlink"/>
                                            </p:clrVal>
                                          </p:val>
                                        </p:tav>
                                      </p:tavLst>
                                    </p:anim>
                                    <p:set>
                                      <p:cBhvr>
                                        <p:cTn id="103" dur="80"/>
                                        <p:tgtEl>
                                          <p:spTgt spid="62471">
                                            <p:txEl>
                                              <p:pRg st="5" end="5"/>
                                            </p:txEl>
                                          </p:spTgt>
                                        </p:tgtEl>
                                        <p:attrNameLst>
                                          <p:attrName>fill.type</p:attrName>
                                        </p:attrNameLst>
                                      </p:cBhvr>
                                      <p:to>
                                        <p:strVal val="solid"/>
                                      </p:to>
                                    </p:set>
                                  </p:childTnLst>
                                </p:cTn>
                              </p:par>
                            </p:childTnLst>
                          </p:cTn>
                        </p:par>
                      </p:childTnLst>
                    </p:cTn>
                  </p:par>
                  <p:par>
                    <p:cTn id="104" fill="hold">
                      <p:stCondLst>
                        <p:cond delay="indefinite"/>
                      </p:stCondLst>
                      <p:childTnLst>
                        <p:par>
                          <p:cTn id="105" fill="hold">
                            <p:stCondLst>
                              <p:cond delay="0"/>
                            </p:stCondLst>
                            <p:childTnLst>
                              <p:par>
                                <p:cTn id="106" presetID="12" presetClass="entr" presetSubtype="1" fill="hold" nodeType="clickEffect">
                                  <p:stCondLst>
                                    <p:cond delay="0"/>
                                  </p:stCondLst>
                                  <p:childTnLst>
                                    <p:set>
                                      <p:cBhvr>
                                        <p:cTn id="107" dur="1" fill="hold">
                                          <p:stCondLst>
                                            <p:cond delay="0"/>
                                          </p:stCondLst>
                                        </p:cTn>
                                        <p:tgtEl>
                                          <p:spTgt spid="62471">
                                            <p:txEl>
                                              <p:pRg st="7" end="7"/>
                                            </p:txEl>
                                          </p:spTgt>
                                        </p:tgtEl>
                                        <p:attrNameLst>
                                          <p:attrName>style.visibility</p:attrName>
                                        </p:attrNameLst>
                                      </p:cBhvr>
                                      <p:to>
                                        <p:strVal val="visible"/>
                                      </p:to>
                                    </p:set>
                                    <p:animEffect transition="in" filter="slide(fromTop)">
                                      <p:cBhvr>
                                        <p:cTn id="108" dur="500"/>
                                        <p:tgtEl>
                                          <p:spTgt spid="62471">
                                            <p:txEl>
                                              <p:pRg st="7" end="7"/>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53" presetClass="entr" presetSubtype="0" fill="hold" grpId="0" nodeType="clickEffect">
                                  <p:stCondLst>
                                    <p:cond delay="0"/>
                                  </p:stCondLst>
                                  <p:childTnLst>
                                    <p:set>
                                      <p:cBhvr>
                                        <p:cTn id="112" dur="1" fill="hold">
                                          <p:stCondLst>
                                            <p:cond delay="0"/>
                                          </p:stCondLst>
                                        </p:cTn>
                                        <p:tgtEl>
                                          <p:spTgt spid="62475"/>
                                        </p:tgtEl>
                                        <p:attrNameLst>
                                          <p:attrName>style.visibility</p:attrName>
                                        </p:attrNameLst>
                                      </p:cBhvr>
                                      <p:to>
                                        <p:strVal val="visible"/>
                                      </p:to>
                                    </p:set>
                                    <p:anim calcmode="lin" valueType="num">
                                      <p:cBhvr>
                                        <p:cTn id="113" dur="500" fill="hold"/>
                                        <p:tgtEl>
                                          <p:spTgt spid="62475"/>
                                        </p:tgtEl>
                                        <p:attrNameLst>
                                          <p:attrName>ppt_w</p:attrName>
                                        </p:attrNameLst>
                                      </p:cBhvr>
                                      <p:tavLst>
                                        <p:tav tm="0">
                                          <p:val>
                                            <p:fltVal val="0"/>
                                          </p:val>
                                        </p:tav>
                                        <p:tav tm="100000">
                                          <p:val>
                                            <p:strVal val="#ppt_w"/>
                                          </p:val>
                                        </p:tav>
                                      </p:tavLst>
                                    </p:anim>
                                    <p:anim calcmode="lin" valueType="num">
                                      <p:cBhvr>
                                        <p:cTn id="114" dur="500" fill="hold"/>
                                        <p:tgtEl>
                                          <p:spTgt spid="62475"/>
                                        </p:tgtEl>
                                        <p:attrNameLst>
                                          <p:attrName>ppt_h</p:attrName>
                                        </p:attrNameLst>
                                      </p:cBhvr>
                                      <p:tavLst>
                                        <p:tav tm="0">
                                          <p:val>
                                            <p:fltVal val="0"/>
                                          </p:val>
                                        </p:tav>
                                        <p:tav tm="100000">
                                          <p:val>
                                            <p:strVal val="#ppt_h"/>
                                          </p:val>
                                        </p:tav>
                                      </p:tavLst>
                                    </p:anim>
                                    <p:animEffect transition="in" filter="fade">
                                      <p:cBhvr>
                                        <p:cTn id="115" dur="500"/>
                                        <p:tgtEl>
                                          <p:spTgt spid="62475"/>
                                        </p:tgtEl>
                                      </p:cBhvr>
                                    </p:animEffect>
                                  </p:childTnLst>
                                </p:cTn>
                              </p:par>
                            </p:childTnLst>
                          </p:cTn>
                        </p:par>
                      </p:childTnLst>
                    </p:cTn>
                  </p:par>
                  <p:par>
                    <p:cTn id="116" fill="hold">
                      <p:stCondLst>
                        <p:cond delay="indefinite"/>
                      </p:stCondLst>
                      <p:childTnLst>
                        <p:par>
                          <p:cTn id="117" fill="hold">
                            <p:stCondLst>
                              <p:cond delay="0"/>
                            </p:stCondLst>
                            <p:childTnLst>
                              <p:par>
                                <p:cTn id="118" presetID="12" presetClass="entr" presetSubtype="1" fill="hold" grpId="0" nodeType="clickEffect">
                                  <p:stCondLst>
                                    <p:cond delay="0"/>
                                  </p:stCondLst>
                                  <p:childTnLst>
                                    <p:set>
                                      <p:cBhvr>
                                        <p:cTn id="119" dur="1" fill="hold">
                                          <p:stCondLst>
                                            <p:cond delay="0"/>
                                          </p:stCondLst>
                                        </p:cTn>
                                        <p:tgtEl>
                                          <p:spTgt spid="62472">
                                            <p:bg/>
                                          </p:spTgt>
                                        </p:tgtEl>
                                        <p:attrNameLst>
                                          <p:attrName>style.visibility</p:attrName>
                                        </p:attrNameLst>
                                      </p:cBhvr>
                                      <p:to>
                                        <p:strVal val="visible"/>
                                      </p:to>
                                    </p:set>
                                    <p:animEffect transition="in" filter="slide(fromTop)">
                                      <p:cBhvr>
                                        <p:cTn id="120" dur="500"/>
                                        <p:tgtEl>
                                          <p:spTgt spid="62472">
                                            <p:bg/>
                                          </p:spTgt>
                                        </p:tgtEl>
                                      </p:cBhvr>
                                    </p:animEffect>
                                  </p:childTnLst>
                                </p:cTn>
                              </p:par>
                            </p:childTnLst>
                          </p:cTn>
                        </p:par>
                        <p:par>
                          <p:cTn id="121" fill="hold">
                            <p:stCondLst>
                              <p:cond delay="500"/>
                            </p:stCondLst>
                            <p:childTnLst>
                              <p:par>
                                <p:cTn id="122" presetID="27" presetClass="entr" presetSubtype="0" fill="hold" grpId="0" nodeType="afterEffect">
                                  <p:stCondLst>
                                    <p:cond delay="400"/>
                                  </p:stCondLst>
                                  <p:iterate type="lt">
                                    <p:tmPct val="50000"/>
                                  </p:iterate>
                                  <p:childTnLst>
                                    <p:set>
                                      <p:cBhvr>
                                        <p:cTn id="123" dur="1" fill="hold">
                                          <p:stCondLst>
                                            <p:cond delay="0"/>
                                          </p:stCondLst>
                                        </p:cTn>
                                        <p:tgtEl>
                                          <p:spTgt spid="62472">
                                            <p:txEl>
                                              <p:pRg st="0" end="0"/>
                                            </p:txEl>
                                          </p:spTgt>
                                        </p:tgtEl>
                                        <p:attrNameLst>
                                          <p:attrName>style.visibility</p:attrName>
                                        </p:attrNameLst>
                                      </p:cBhvr>
                                      <p:to>
                                        <p:strVal val="visible"/>
                                      </p:to>
                                    </p:set>
                                    <p:anim calcmode="discrete" valueType="clr">
                                      <p:cBhvr override="childStyle">
                                        <p:cTn id="124" dur="80"/>
                                        <p:tgtEl>
                                          <p:spTgt spid="6247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25" dur="80"/>
                                        <p:tgtEl>
                                          <p:spTgt spid="62472">
                                            <p:txEl>
                                              <p:pRg st="0" end="0"/>
                                            </p:txEl>
                                          </p:spTgt>
                                        </p:tgtEl>
                                        <p:attrNameLst>
                                          <p:attrName>fillcolor</p:attrName>
                                        </p:attrNameLst>
                                      </p:cBhvr>
                                      <p:tavLst>
                                        <p:tav tm="0">
                                          <p:val>
                                            <p:clrVal>
                                              <a:schemeClr val="accent2"/>
                                            </p:clrVal>
                                          </p:val>
                                        </p:tav>
                                        <p:tav tm="50000">
                                          <p:val>
                                            <p:clrVal>
                                              <a:schemeClr val="hlink"/>
                                            </p:clrVal>
                                          </p:val>
                                        </p:tav>
                                      </p:tavLst>
                                    </p:anim>
                                    <p:set>
                                      <p:cBhvr>
                                        <p:cTn id="126" dur="80"/>
                                        <p:tgtEl>
                                          <p:spTgt spid="62472">
                                            <p:txEl>
                                              <p:pRg st="0" end="0"/>
                                            </p:txEl>
                                          </p:spTgt>
                                        </p:tgtEl>
                                        <p:attrNameLst>
                                          <p:attrName>fill.type</p:attrName>
                                        </p:attrNameLst>
                                      </p:cBhvr>
                                      <p:to>
                                        <p:strVal val="solid"/>
                                      </p:to>
                                    </p:set>
                                  </p:childTnLst>
                                </p:cTn>
                              </p:par>
                            </p:childTnLst>
                          </p:cTn>
                        </p:par>
                        <p:par>
                          <p:cTn id="127" fill="hold">
                            <p:stCondLst>
                              <p:cond delay="1260"/>
                            </p:stCondLst>
                            <p:childTnLst>
                              <p:par>
                                <p:cTn id="128" presetID="27" presetClass="entr" presetSubtype="0" fill="hold" grpId="0" nodeType="afterEffect">
                                  <p:stCondLst>
                                    <p:cond delay="400"/>
                                  </p:stCondLst>
                                  <p:iterate type="lt">
                                    <p:tmPct val="50000"/>
                                  </p:iterate>
                                  <p:childTnLst>
                                    <p:set>
                                      <p:cBhvr>
                                        <p:cTn id="129" dur="1" fill="hold">
                                          <p:stCondLst>
                                            <p:cond delay="0"/>
                                          </p:stCondLst>
                                        </p:cTn>
                                        <p:tgtEl>
                                          <p:spTgt spid="62472">
                                            <p:txEl>
                                              <p:pRg st="1" end="1"/>
                                            </p:txEl>
                                          </p:spTgt>
                                        </p:tgtEl>
                                        <p:attrNameLst>
                                          <p:attrName>style.visibility</p:attrName>
                                        </p:attrNameLst>
                                      </p:cBhvr>
                                      <p:to>
                                        <p:strVal val="visible"/>
                                      </p:to>
                                    </p:set>
                                    <p:anim calcmode="discrete" valueType="clr">
                                      <p:cBhvr override="childStyle">
                                        <p:cTn id="130" dur="80"/>
                                        <p:tgtEl>
                                          <p:spTgt spid="6247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1" dur="80"/>
                                        <p:tgtEl>
                                          <p:spTgt spid="62472">
                                            <p:txEl>
                                              <p:pRg st="1" end="1"/>
                                            </p:txEl>
                                          </p:spTgt>
                                        </p:tgtEl>
                                        <p:attrNameLst>
                                          <p:attrName>fillcolor</p:attrName>
                                        </p:attrNameLst>
                                      </p:cBhvr>
                                      <p:tavLst>
                                        <p:tav tm="0">
                                          <p:val>
                                            <p:clrVal>
                                              <a:schemeClr val="accent2"/>
                                            </p:clrVal>
                                          </p:val>
                                        </p:tav>
                                        <p:tav tm="50000">
                                          <p:val>
                                            <p:clrVal>
                                              <a:schemeClr val="hlink"/>
                                            </p:clrVal>
                                          </p:val>
                                        </p:tav>
                                      </p:tavLst>
                                    </p:anim>
                                    <p:set>
                                      <p:cBhvr>
                                        <p:cTn id="132" dur="80"/>
                                        <p:tgtEl>
                                          <p:spTgt spid="62472">
                                            <p:txEl>
                                              <p:pRg st="1" end="1"/>
                                            </p:txEl>
                                          </p:spTgt>
                                        </p:tgtEl>
                                        <p:attrNameLst>
                                          <p:attrName>fill.type</p:attrName>
                                        </p:attrNameLst>
                                      </p:cBhvr>
                                      <p:to>
                                        <p:strVal val="solid"/>
                                      </p:to>
                                    </p:set>
                                  </p:childTnLst>
                                </p:cTn>
                              </p:par>
                            </p:childTnLst>
                          </p:cTn>
                        </p:par>
                        <p:par>
                          <p:cTn id="133" fill="hold">
                            <p:stCondLst>
                              <p:cond delay="1900"/>
                            </p:stCondLst>
                            <p:childTnLst>
                              <p:par>
                                <p:cTn id="134" presetID="27" presetClass="entr" presetSubtype="0" fill="hold" grpId="0" nodeType="afterEffect">
                                  <p:stCondLst>
                                    <p:cond delay="400"/>
                                  </p:stCondLst>
                                  <p:iterate type="lt">
                                    <p:tmPct val="50000"/>
                                  </p:iterate>
                                  <p:childTnLst>
                                    <p:set>
                                      <p:cBhvr>
                                        <p:cTn id="135" dur="1" fill="hold">
                                          <p:stCondLst>
                                            <p:cond delay="0"/>
                                          </p:stCondLst>
                                        </p:cTn>
                                        <p:tgtEl>
                                          <p:spTgt spid="62472">
                                            <p:txEl>
                                              <p:pRg st="2" end="2"/>
                                            </p:txEl>
                                          </p:spTgt>
                                        </p:tgtEl>
                                        <p:attrNameLst>
                                          <p:attrName>style.visibility</p:attrName>
                                        </p:attrNameLst>
                                      </p:cBhvr>
                                      <p:to>
                                        <p:strVal val="visible"/>
                                      </p:to>
                                    </p:set>
                                    <p:anim calcmode="discrete" valueType="clr">
                                      <p:cBhvr override="childStyle">
                                        <p:cTn id="136" dur="80"/>
                                        <p:tgtEl>
                                          <p:spTgt spid="6247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7" dur="80"/>
                                        <p:tgtEl>
                                          <p:spTgt spid="62472">
                                            <p:txEl>
                                              <p:pRg st="2" end="2"/>
                                            </p:txEl>
                                          </p:spTgt>
                                        </p:tgtEl>
                                        <p:attrNameLst>
                                          <p:attrName>fillcolor</p:attrName>
                                        </p:attrNameLst>
                                      </p:cBhvr>
                                      <p:tavLst>
                                        <p:tav tm="0">
                                          <p:val>
                                            <p:clrVal>
                                              <a:schemeClr val="accent2"/>
                                            </p:clrVal>
                                          </p:val>
                                        </p:tav>
                                        <p:tav tm="50000">
                                          <p:val>
                                            <p:clrVal>
                                              <a:schemeClr val="hlink"/>
                                            </p:clrVal>
                                          </p:val>
                                        </p:tav>
                                      </p:tavLst>
                                    </p:anim>
                                    <p:set>
                                      <p:cBhvr>
                                        <p:cTn id="138" dur="80"/>
                                        <p:tgtEl>
                                          <p:spTgt spid="62472">
                                            <p:txEl>
                                              <p:pRg st="2" end="2"/>
                                            </p:txEl>
                                          </p:spTgt>
                                        </p:tgtEl>
                                        <p:attrNameLst>
                                          <p:attrName>fill.type</p:attrName>
                                        </p:attrNameLst>
                                      </p:cBhvr>
                                      <p:to>
                                        <p:strVal val="solid"/>
                                      </p:to>
                                    </p:set>
                                  </p:childTnLst>
                                </p:cTn>
                              </p:par>
                            </p:childTnLst>
                          </p:cTn>
                        </p:par>
                        <p:par>
                          <p:cTn id="139" fill="hold">
                            <p:stCondLst>
                              <p:cond delay="2580"/>
                            </p:stCondLst>
                            <p:childTnLst>
                              <p:par>
                                <p:cTn id="140" presetID="27" presetClass="entr" presetSubtype="0" fill="hold" grpId="0" nodeType="afterEffect">
                                  <p:stCondLst>
                                    <p:cond delay="400"/>
                                  </p:stCondLst>
                                  <p:iterate type="lt">
                                    <p:tmPct val="50000"/>
                                  </p:iterate>
                                  <p:childTnLst>
                                    <p:set>
                                      <p:cBhvr>
                                        <p:cTn id="141" dur="1" fill="hold">
                                          <p:stCondLst>
                                            <p:cond delay="0"/>
                                          </p:stCondLst>
                                        </p:cTn>
                                        <p:tgtEl>
                                          <p:spTgt spid="62472">
                                            <p:txEl>
                                              <p:pRg st="3" end="3"/>
                                            </p:txEl>
                                          </p:spTgt>
                                        </p:tgtEl>
                                        <p:attrNameLst>
                                          <p:attrName>style.visibility</p:attrName>
                                        </p:attrNameLst>
                                      </p:cBhvr>
                                      <p:to>
                                        <p:strVal val="visible"/>
                                      </p:to>
                                    </p:set>
                                    <p:anim calcmode="discrete" valueType="clr">
                                      <p:cBhvr override="childStyle">
                                        <p:cTn id="142" dur="80"/>
                                        <p:tgtEl>
                                          <p:spTgt spid="6247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3" dur="80"/>
                                        <p:tgtEl>
                                          <p:spTgt spid="62472">
                                            <p:txEl>
                                              <p:pRg st="3" end="3"/>
                                            </p:txEl>
                                          </p:spTgt>
                                        </p:tgtEl>
                                        <p:attrNameLst>
                                          <p:attrName>fillcolor</p:attrName>
                                        </p:attrNameLst>
                                      </p:cBhvr>
                                      <p:tavLst>
                                        <p:tav tm="0">
                                          <p:val>
                                            <p:clrVal>
                                              <a:schemeClr val="accent2"/>
                                            </p:clrVal>
                                          </p:val>
                                        </p:tav>
                                        <p:tav tm="50000">
                                          <p:val>
                                            <p:clrVal>
                                              <a:schemeClr val="hlink"/>
                                            </p:clrVal>
                                          </p:val>
                                        </p:tav>
                                      </p:tavLst>
                                    </p:anim>
                                    <p:set>
                                      <p:cBhvr>
                                        <p:cTn id="144" dur="80"/>
                                        <p:tgtEl>
                                          <p:spTgt spid="62472">
                                            <p:txEl>
                                              <p:pRg st="3" end="3"/>
                                            </p:txEl>
                                          </p:spTgt>
                                        </p:tgtEl>
                                        <p:attrNameLst>
                                          <p:attrName>fill.type</p:attrName>
                                        </p:attrNameLst>
                                      </p:cBhvr>
                                      <p:to>
                                        <p:strVal val="solid"/>
                                      </p:to>
                                    </p:set>
                                  </p:childTnLst>
                                </p:cTn>
                              </p:par>
                            </p:childTnLst>
                          </p:cTn>
                        </p:par>
                        <p:par>
                          <p:cTn id="145" fill="hold">
                            <p:stCondLst>
                              <p:cond delay="3500"/>
                            </p:stCondLst>
                            <p:childTnLst>
                              <p:par>
                                <p:cTn id="146" presetID="27" presetClass="entr" presetSubtype="0" fill="hold" grpId="0" nodeType="afterEffect">
                                  <p:stCondLst>
                                    <p:cond delay="400"/>
                                  </p:stCondLst>
                                  <p:iterate type="lt">
                                    <p:tmPct val="50000"/>
                                  </p:iterate>
                                  <p:childTnLst>
                                    <p:set>
                                      <p:cBhvr>
                                        <p:cTn id="147" dur="1" fill="hold">
                                          <p:stCondLst>
                                            <p:cond delay="0"/>
                                          </p:stCondLst>
                                        </p:cTn>
                                        <p:tgtEl>
                                          <p:spTgt spid="62472">
                                            <p:txEl>
                                              <p:pRg st="4" end="4"/>
                                            </p:txEl>
                                          </p:spTgt>
                                        </p:tgtEl>
                                        <p:attrNameLst>
                                          <p:attrName>style.visibility</p:attrName>
                                        </p:attrNameLst>
                                      </p:cBhvr>
                                      <p:to>
                                        <p:strVal val="visible"/>
                                      </p:to>
                                    </p:set>
                                    <p:anim calcmode="discrete" valueType="clr">
                                      <p:cBhvr override="childStyle">
                                        <p:cTn id="148" dur="80"/>
                                        <p:tgtEl>
                                          <p:spTgt spid="6247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9" dur="80"/>
                                        <p:tgtEl>
                                          <p:spTgt spid="62472">
                                            <p:txEl>
                                              <p:pRg st="4" end="4"/>
                                            </p:txEl>
                                          </p:spTgt>
                                        </p:tgtEl>
                                        <p:attrNameLst>
                                          <p:attrName>fillcolor</p:attrName>
                                        </p:attrNameLst>
                                      </p:cBhvr>
                                      <p:tavLst>
                                        <p:tav tm="0">
                                          <p:val>
                                            <p:clrVal>
                                              <a:schemeClr val="accent2"/>
                                            </p:clrVal>
                                          </p:val>
                                        </p:tav>
                                        <p:tav tm="50000">
                                          <p:val>
                                            <p:clrVal>
                                              <a:schemeClr val="hlink"/>
                                            </p:clrVal>
                                          </p:val>
                                        </p:tav>
                                      </p:tavLst>
                                    </p:anim>
                                    <p:set>
                                      <p:cBhvr>
                                        <p:cTn id="150" dur="80"/>
                                        <p:tgtEl>
                                          <p:spTgt spid="62472">
                                            <p:txEl>
                                              <p:pRg st="4" end="4"/>
                                            </p:txEl>
                                          </p:spTgt>
                                        </p:tgtEl>
                                        <p:attrNameLst>
                                          <p:attrName>fill.type</p:attrName>
                                        </p:attrNameLst>
                                      </p:cBhvr>
                                      <p:to>
                                        <p:strVal val="solid"/>
                                      </p:to>
                                    </p:set>
                                  </p:childTnLst>
                                </p:cTn>
                              </p:par>
                            </p:childTnLst>
                          </p:cTn>
                        </p:par>
                        <p:par>
                          <p:cTn id="151" fill="hold">
                            <p:stCondLst>
                              <p:cond delay="4260"/>
                            </p:stCondLst>
                            <p:childTnLst>
                              <p:par>
                                <p:cTn id="152" presetID="27" presetClass="entr" presetSubtype="0" fill="hold" grpId="0" nodeType="afterEffect">
                                  <p:stCondLst>
                                    <p:cond delay="400"/>
                                  </p:stCondLst>
                                  <p:iterate type="lt">
                                    <p:tmPct val="50000"/>
                                  </p:iterate>
                                  <p:childTnLst>
                                    <p:set>
                                      <p:cBhvr>
                                        <p:cTn id="153" dur="1" fill="hold">
                                          <p:stCondLst>
                                            <p:cond delay="0"/>
                                          </p:stCondLst>
                                        </p:cTn>
                                        <p:tgtEl>
                                          <p:spTgt spid="62472">
                                            <p:txEl>
                                              <p:pRg st="5" end="5"/>
                                            </p:txEl>
                                          </p:spTgt>
                                        </p:tgtEl>
                                        <p:attrNameLst>
                                          <p:attrName>style.visibility</p:attrName>
                                        </p:attrNameLst>
                                      </p:cBhvr>
                                      <p:to>
                                        <p:strVal val="visible"/>
                                      </p:to>
                                    </p:set>
                                    <p:anim calcmode="discrete" valueType="clr">
                                      <p:cBhvr override="childStyle">
                                        <p:cTn id="154" dur="80"/>
                                        <p:tgtEl>
                                          <p:spTgt spid="62472">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5" dur="80"/>
                                        <p:tgtEl>
                                          <p:spTgt spid="62472">
                                            <p:txEl>
                                              <p:pRg st="5" end="5"/>
                                            </p:txEl>
                                          </p:spTgt>
                                        </p:tgtEl>
                                        <p:attrNameLst>
                                          <p:attrName>fillcolor</p:attrName>
                                        </p:attrNameLst>
                                      </p:cBhvr>
                                      <p:tavLst>
                                        <p:tav tm="0">
                                          <p:val>
                                            <p:clrVal>
                                              <a:schemeClr val="accent2"/>
                                            </p:clrVal>
                                          </p:val>
                                        </p:tav>
                                        <p:tav tm="50000">
                                          <p:val>
                                            <p:clrVal>
                                              <a:schemeClr val="hlink"/>
                                            </p:clrVal>
                                          </p:val>
                                        </p:tav>
                                      </p:tavLst>
                                    </p:anim>
                                    <p:set>
                                      <p:cBhvr>
                                        <p:cTn id="156" dur="80"/>
                                        <p:tgtEl>
                                          <p:spTgt spid="62472">
                                            <p:txEl>
                                              <p:pRg st="5" end="5"/>
                                            </p:txEl>
                                          </p:spTgt>
                                        </p:tgtEl>
                                        <p:attrNameLst>
                                          <p:attrName>fill.type</p:attrName>
                                        </p:attrNameLst>
                                      </p:cBhvr>
                                      <p:to>
                                        <p:strVal val="solid"/>
                                      </p:to>
                                    </p:set>
                                  </p:childTnLst>
                                </p:cTn>
                              </p:par>
                            </p:childTnLst>
                          </p:cTn>
                        </p:par>
                        <p:par>
                          <p:cTn id="157" fill="hold">
                            <p:stCondLst>
                              <p:cond delay="5100"/>
                            </p:stCondLst>
                            <p:childTnLst>
                              <p:par>
                                <p:cTn id="158" presetID="27" presetClass="entr" presetSubtype="0" fill="hold" grpId="0" nodeType="afterEffect">
                                  <p:stCondLst>
                                    <p:cond delay="400"/>
                                  </p:stCondLst>
                                  <p:iterate type="lt">
                                    <p:tmPct val="50000"/>
                                  </p:iterate>
                                  <p:childTnLst>
                                    <p:set>
                                      <p:cBhvr>
                                        <p:cTn id="159" dur="1" fill="hold">
                                          <p:stCondLst>
                                            <p:cond delay="0"/>
                                          </p:stCondLst>
                                        </p:cTn>
                                        <p:tgtEl>
                                          <p:spTgt spid="62472">
                                            <p:txEl>
                                              <p:pRg st="6" end="6"/>
                                            </p:txEl>
                                          </p:spTgt>
                                        </p:tgtEl>
                                        <p:attrNameLst>
                                          <p:attrName>style.visibility</p:attrName>
                                        </p:attrNameLst>
                                      </p:cBhvr>
                                      <p:to>
                                        <p:strVal val="visible"/>
                                      </p:to>
                                    </p:set>
                                    <p:anim calcmode="discrete" valueType="clr">
                                      <p:cBhvr override="childStyle">
                                        <p:cTn id="160" dur="80"/>
                                        <p:tgtEl>
                                          <p:spTgt spid="62472">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1" dur="80"/>
                                        <p:tgtEl>
                                          <p:spTgt spid="62472">
                                            <p:txEl>
                                              <p:pRg st="6" end="6"/>
                                            </p:txEl>
                                          </p:spTgt>
                                        </p:tgtEl>
                                        <p:attrNameLst>
                                          <p:attrName>fillcolor</p:attrName>
                                        </p:attrNameLst>
                                      </p:cBhvr>
                                      <p:tavLst>
                                        <p:tav tm="0">
                                          <p:val>
                                            <p:clrVal>
                                              <a:schemeClr val="accent2"/>
                                            </p:clrVal>
                                          </p:val>
                                        </p:tav>
                                        <p:tav tm="50000">
                                          <p:val>
                                            <p:clrVal>
                                              <a:schemeClr val="hlink"/>
                                            </p:clrVal>
                                          </p:val>
                                        </p:tav>
                                      </p:tavLst>
                                    </p:anim>
                                    <p:set>
                                      <p:cBhvr>
                                        <p:cTn id="162" dur="80"/>
                                        <p:tgtEl>
                                          <p:spTgt spid="62472">
                                            <p:txEl>
                                              <p:pRg st="6" end="6"/>
                                            </p:txEl>
                                          </p:spTgt>
                                        </p:tgtEl>
                                        <p:attrNameLst>
                                          <p:attrName>fill.type</p:attrName>
                                        </p:attrNameLst>
                                      </p:cBhvr>
                                      <p:to>
                                        <p:strVal val="solid"/>
                                      </p:to>
                                    </p:set>
                                  </p:childTnLst>
                                </p:cTn>
                              </p:par>
                            </p:childTnLst>
                          </p:cTn>
                        </p:par>
                      </p:childTnLst>
                    </p:cTn>
                  </p:par>
                  <p:par>
                    <p:cTn id="163" fill="hold">
                      <p:stCondLst>
                        <p:cond delay="indefinite"/>
                      </p:stCondLst>
                      <p:childTnLst>
                        <p:par>
                          <p:cTn id="164" fill="hold">
                            <p:stCondLst>
                              <p:cond delay="0"/>
                            </p:stCondLst>
                            <p:childTnLst>
                              <p:par>
                                <p:cTn id="165" presetID="12" presetClass="entr" presetSubtype="1" fill="hold" grpId="0" nodeType="clickEffect">
                                  <p:stCondLst>
                                    <p:cond delay="0"/>
                                  </p:stCondLst>
                                  <p:childTnLst>
                                    <p:set>
                                      <p:cBhvr>
                                        <p:cTn id="166" dur="1" fill="hold">
                                          <p:stCondLst>
                                            <p:cond delay="0"/>
                                          </p:stCondLst>
                                        </p:cTn>
                                        <p:tgtEl>
                                          <p:spTgt spid="62472">
                                            <p:txEl>
                                              <p:pRg st="8" end="8"/>
                                            </p:txEl>
                                          </p:spTgt>
                                        </p:tgtEl>
                                        <p:attrNameLst>
                                          <p:attrName>style.visibility</p:attrName>
                                        </p:attrNameLst>
                                      </p:cBhvr>
                                      <p:to>
                                        <p:strVal val="visible"/>
                                      </p:to>
                                    </p:set>
                                    <p:animEffect transition="in" filter="slide(fromTop)">
                                      <p:cBhvr>
                                        <p:cTn id="167" dur="500"/>
                                        <p:tgtEl>
                                          <p:spTgt spid="6247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0" grpId="0" build="p" animBg="1"/>
      <p:bldP spid="62471" grpId="0" build="allAtOnce" animBg="1"/>
      <p:bldP spid="62472" grpId="0" build="allAtOnce" animBg="1"/>
      <p:bldP spid="62473" grpId="0" animBg="1"/>
      <p:bldP spid="62474" grpId="0" animBg="1"/>
      <p:bldP spid="62475"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Date Placeholder 1"/>
          <p:cNvSpPr>
            <a:spLocks noGrp="1"/>
          </p:cNvSpPr>
          <p:nvPr>
            <p:ph type="dt" sz="half" idx="10"/>
          </p:nvPr>
        </p:nvSpPr>
        <p:spPr/>
        <p:txBody>
          <a:bodyPr/>
          <a:lstStyle/>
          <a:p>
            <a:fld id="{8130292A-9BBF-4527-B07C-1BA5DEC501FE}" type="datetime6">
              <a:rPr lang="en-US"/>
              <a:pPr/>
              <a:t>April 13</a:t>
            </a:fld>
            <a:endParaRPr lang="en-US"/>
          </a:p>
        </p:txBody>
      </p:sp>
      <p:sp>
        <p:nvSpPr>
          <p:cNvPr id="36" name="Slide Number Placeholder 3"/>
          <p:cNvSpPr>
            <a:spLocks noGrp="1"/>
          </p:cNvSpPr>
          <p:nvPr>
            <p:ph type="sldNum" sz="quarter" idx="12"/>
          </p:nvPr>
        </p:nvSpPr>
        <p:spPr/>
        <p:txBody>
          <a:bodyPr/>
          <a:lstStyle/>
          <a:p>
            <a:fld id="{FD23FA57-6E8F-4964-99FA-BEC0EB6E504F}" type="slidenum">
              <a:rPr lang="en-US"/>
              <a:pPr/>
              <a:t>16</a:t>
            </a:fld>
            <a:endParaRPr lang="en-US"/>
          </a:p>
        </p:txBody>
      </p:sp>
      <p:sp>
        <p:nvSpPr>
          <p:cNvPr id="73732" name="AutoShape 4"/>
          <p:cNvSpPr>
            <a:spLocks noChangeArrowheads="1"/>
          </p:cNvSpPr>
          <p:nvPr/>
        </p:nvSpPr>
        <p:spPr bwMode="auto">
          <a:xfrm>
            <a:off x="228600" y="304800"/>
            <a:ext cx="8686800" cy="1219200"/>
          </a:xfrm>
          <a:custGeom>
            <a:avLst/>
            <a:gdLst>
              <a:gd name="T0" fmla="*/ 10860 w 21600"/>
              <a:gd name="T1" fmla="*/ 2187 h 21600"/>
              <a:gd name="T2" fmla="*/ 2928 w 21600"/>
              <a:gd name="T3" fmla="*/ 10800 h 21600"/>
              <a:gd name="T4" fmla="*/ 10860 w 21600"/>
              <a:gd name="T5" fmla="*/ 21600 h 21600"/>
              <a:gd name="T6" fmla="*/ 18672 w 21600"/>
              <a:gd name="T7" fmla="*/ 10800 h 21600"/>
              <a:gd name="T8" fmla="*/ 17694720 60000 65536"/>
              <a:gd name="T9" fmla="*/ 11796480 60000 65536"/>
              <a:gd name="T10" fmla="*/ 5898240 60000 65536"/>
              <a:gd name="T11" fmla="*/ 0 60000 65536"/>
              <a:gd name="T12" fmla="*/ 5037 w 21600"/>
              <a:gd name="T13" fmla="*/ 2277 h 21600"/>
              <a:gd name="T14" fmla="*/ 16557 w 21600"/>
              <a:gd name="T15" fmla="*/ 13677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00FF00"/>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0000"/>
            </a:extrusionClr>
          </a:sp3d>
        </p:spPr>
        <p:txBody>
          <a:bodyPr wrap="none" anchor="ctr">
            <a:flatTx/>
          </a:bodyPr>
          <a:lstStyle/>
          <a:p>
            <a:pPr algn="ctr" eaLnBrk="1" hangingPunct="1"/>
            <a:r>
              <a:rPr lang="en-US" sz="3400" b="1">
                <a:solidFill>
                  <a:schemeClr val="bg1"/>
                </a:solidFill>
                <a:latin typeface="Arial" charset="0"/>
              </a:rPr>
              <a:t>Four Milestones for Success of Nations</a:t>
            </a:r>
          </a:p>
          <a:p>
            <a:pPr algn="ctr" eaLnBrk="1" hangingPunct="1"/>
            <a:endParaRPr lang="en-US" sz="2000" b="1">
              <a:solidFill>
                <a:schemeClr val="bg1"/>
              </a:solidFill>
              <a:latin typeface="Arial" charset="0"/>
            </a:endParaRPr>
          </a:p>
        </p:txBody>
      </p:sp>
      <p:grpSp>
        <p:nvGrpSpPr>
          <p:cNvPr id="73733" name="Group 5"/>
          <p:cNvGrpSpPr>
            <a:grpSpLocks/>
          </p:cNvGrpSpPr>
          <p:nvPr/>
        </p:nvGrpSpPr>
        <p:grpSpPr bwMode="auto">
          <a:xfrm>
            <a:off x="228600" y="1093788"/>
            <a:ext cx="2790825" cy="3173412"/>
            <a:chOff x="942" y="818"/>
            <a:chExt cx="1186" cy="1995"/>
          </a:xfrm>
        </p:grpSpPr>
        <p:sp>
          <p:nvSpPr>
            <p:cNvPr id="73734" name="Freeform 6"/>
            <p:cNvSpPr>
              <a:spLocks/>
            </p:cNvSpPr>
            <p:nvPr/>
          </p:nvSpPr>
          <p:spPr bwMode="auto">
            <a:xfrm>
              <a:off x="1681" y="818"/>
              <a:ext cx="447" cy="1995"/>
            </a:xfrm>
            <a:custGeom>
              <a:avLst/>
              <a:gdLst/>
              <a:ahLst/>
              <a:cxnLst>
                <a:cxn ang="0">
                  <a:pos x="0" y="1995"/>
                </a:cxn>
                <a:cxn ang="0">
                  <a:pos x="0" y="277"/>
                </a:cxn>
                <a:cxn ang="0">
                  <a:pos x="447" y="0"/>
                </a:cxn>
                <a:cxn ang="0">
                  <a:pos x="447" y="1719"/>
                </a:cxn>
                <a:cxn ang="0">
                  <a:pos x="0" y="1995"/>
                </a:cxn>
              </a:cxnLst>
              <a:rect l="0" t="0" r="r" b="b"/>
              <a:pathLst>
                <a:path w="447" h="1995">
                  <a:moveTo>
                    <a:pt x="0" y="1995"/>
                  </a:moveTo>
                  <a:lnTo>
                    <a:pt x="0" y="277"/>
                  </a:lnTo>
                  <a:lnTo>
                    <a:pt x="447" y="0"/>
                  </a:lnTo>
                  <a:lnTo>
                    <a:pt x="447" y="1719"/>
                  </a:lnTo>
                  <a:lnTo>
                    <a:pt x="0" y="1995"/>
                  </a:lnTo>
                  <a:close/>
                </a:path>
              </a:pathLst>
            </a:custGeom>
            <a:solidFill>
              <a:srgbClr val="FFFF00">
                <a:alpha val="80000"/>
              </a:srgbClr>
            </a:solidFill>
            <a:ln w="15875">
              <a:solidFill>
                <a:srgbClr val="CC0099"/>
              </a:solidFill>
              <a:prstDash val="solid"/>
              <a:round/>
              <a:headEnd/>
              <a:tailEnd/>
            </a:ln>
          </p:spPr>
          <p:txBody>
            <a:bodyPr/>
            <a:lstStyle/>
            <a:p>
              <a:endParaRPr lang="en-US"/>
            </a:p>
          </p:txBody>
        </p:sp>
        <p:sp>
          <p:nvSpPr>
            <p:cNvPr id="73735" name="Rectangle 7"/>
            <p:cNvSpPr>
              <a:spLocks noChangeArrowheads="1"/>
            </p:cNvSpPr>
            <p:nvPr/>
          </p:nvSpPr>
          <p:spPr bwMode="auto">
            <a:xfrm>
              <a:off x="942" y="1095"/>
              <a:ext cx="739" cy="1718"/>
            </a:xfrm>
            <a:prstGeom prst="rect">
              <a:avLst/>
            </a:prstGeom>
            <a:solidFill>
              <a:srgbClr val="FFFF00">
                <a:alpha val="80000"/>
              </a:srgbClr>
            </a:solidFill>
            <a:ln w="15875">
              <a:solidFill>
                <a:srgbClr val="CC0099"/>
              </a:solidFill>
              <a:miter lim="800000"/>
              <a:headEnd/>
              <a:tailEnd/>
            </a:ln>
          </p:spPr>
          <p:txBody>
            <a:bodyPr/>
            <a:lstStyle/>
            <a:p>
              <a:endParaRPr lang="en-US"/>
            </a:p>
          </p:txBody>
        </p:sp>
        <p:sp>
          <p:nvSpPr>
            <p:cNvPr id="73736" name="Freeform 8"/>
            <p:cNvSpPr>
              <a:spLocks/>
            </p:cNvSpPr>
            <p:nvPr/>
          </p:nvSpPr>
          <p:spPr bwMode="auto">
            <a:xfrm>
              <a:off x="942" y="818"/>
              <a:ext cx="1186" cy="277"/>
            </a:xfrm>
            <a:custGeom>
              <a:avLst/>
              <a:gdLst/>
              <a:ahLst/>
              <a:cxnLst>
                <a:cxn ang="0">
                  <a:pos x="739" y="277"/>
                </a:cxn>
                <a:cxn ang="0">
                  <a:pos x="1186" y="0"/>
                </a:cxn>
                <a:cxn ang="0">
                  <a:pos x="458" y="0"/>
                </a:cxn>
                <a:cxn ang="0">
                  <a:pos x="0" y="277"/>
                </a:cxn>
                <a:cxn ang="0">
                  <a:pos x="739" y="277"/>
                </a:cxn>
              </a:cxnLst>
              <a:rect l="0" t="0" r="r" b="b"/>
              <a:pathLst>
                <a:path w="1186" h="277">
                  <a:moveTo>
                    <a:pt x="739" y="277"/>
                  </a:moveTo>
                  <a:lnTo>
                    <a:pt x="1186" y="0"/>
                  </a:lnTo>
                  <a:lnTo>
                    <a:pt x="458" y="0"/>
                  </a:lnTo>
                  <a:lnTo>
                    <a:pt x="0" y="277"/>
                  </a:lnTo>
                  <a:lnTo>
                    <a:pt x="739" y="277"/>
                  </a:lnTo>
                  <a:close/>
                </a:path>
              </a:pathLst>
            </a:custGeom>
            <a:solidFill>
              <a:srgbClr val="FFFF00">
                <a:alpha val="80000"/>
              </a:srgbClr>
            </a:solidFill>
            <a:ln w="15875">
              <a:solidFill>
                <a:srgbClr val="CC0099"/>
              </a:solidFill>
              <a:prstDash val="solid"/>
              <a:round/>
              <a:headEnd/>
              <a:tailEnd/>
            </a:ln>
          </p:spPr>
          <p:txBody>
            <a:bodyPr/>
            <a:lstStyle/>
            <a:p>
              <a:endParaRPr lang="en-US"/>
            </a:p>
          </p:txBody>
        </p:sp>
      </p:grpSp>
      <p:grpSp>
        <p:nvGrpSpPr>
          <p:cNvPr id="73737" name="Group 9"/>
          <p:cNvGrpSpPr>
            <a:grpSpLocks/>
          </p:cNvGrpSpPr>
          <p:nvPr/>
        </p:nvGrpSpPr>
        <p:grpSpPr bwMode="auto">
          <a:xfrm>
            <a:off x="2092325" y="1093788"/>
            <a:ext cx="2913063" cy="3097212"/>
            <a:chOff x="1754" y="818"/>
            <a:chExt cx="1176" cy="1995"/>
          </a:xfrm>
        </p:grpSpPr>
        <p:sp>
          <p:nvSpPr>
            <p:cNvPr id="73738" name="Freeform 10"/>
            <p:cNvSpPr>
              <a:spLocks/>
            </p:cNvSpPr>
            <p:nvPr/>
          </p:nvSpPr>
          <p:spPr bwMode="auto">
            <a:xfrm>
              <a:off x="2482" y="818"/>
              <a:ext cx="448" cy="1995"/>
            </a:xfrm>
            <a:custGeom>
              <a:avLst/>
              <a:gdLst/>
              <a:ahLst/>
              <a:cxnLst>
                <a:cxn ang="0">
                  <a:pos x="0" y="1995"/>
                </a:cxn>
                <a:cxn ang="0">
                  <a:pos x="0" y="277"/>
                </a:cxn>
                <a:cxn ang="0">
                  <a:pos x="448" y="0"/>
                </a:cxn>
                <a:cxn ang="0">
                  <a:pos x="448" y="1719"/>
                </a:cxn>
                <a:cxn ang="0">
                  <a:pos x="0" y="1995"/>
                </a:cxn>
              </a:cxnLst>
              <a:rect l="0" t="0" r="r" b="b"/>
              <a:pathLst>
                <a:path w="448" h="1995">
                  <a:moveTo>
                    <a:pt x="0" y="1995"/>
                  </a:moveTo>
                  <a:lnTo>
                    <a:pt x="0" y="277"/>
                  </a:lnTo>
                  <a:lnTo>
                    <a:pt x="448" y="0"/>
                  </a:lnTo>
                  <a:lnTo>
                    <a:pt x="448" y="1719"/>
                  </a:lnTo>
                  <a:lnTo>
                    <a:pt x="0" y="1995"/>
                  </a:lnTo>
                  <a:close/>
                </a:path>
              </a:pathLst>
            </a:custGeom>
            <a:solidFill>
              <a:srgbClr val="800000">
                <a:alpha val="64000"/>
              </a:srgbClr>
            </a:solidFill>
            <a:ln w="15875">
              <a:solidFill>
                <a:srgbClr val="FFFF00"/>
              </a:solidFill>
              <a:prstDash val="solid"/>
              <a:round/>
              <a:headEnd/>
              <a:tailEnd/>
            </a:ln>
          </p:spPr>
          <p:txBody>
            <a:bodyPr/>
            <a:lstStyle/>
            <a:p>
              <a:endParaRPr lang="en-US"/>
            </a:p>
          </p:txBody>
        </p:sp>
        <p:sp>
          <p:nvSpPr>
            <p:cNvPr id="73739" name="Rectangle 11"/>
            <p:cNvSpPr>
              <a:spLocks noChangeArrowheads="1"/>
            </p:cNvSpPr>
            <p:nvPr/>
          </p:nvSpPr>
          <p:spPr bwMode="auto">
            <a:xfrm>
              <a:off x="1754" y="1095"/>
              <a:ext cx="728" cy="1718"/>
            </a:xfrm>
            <a:prstGeom prst="rect">
              <a:avLst/>
            </a:prstGeom>
            <a:solidFill>
              <a:srgbClr val="FF0000">
                <a:alpha val="64000"/>
              </a:srgbClr>
            </a:solidFill>
            <a:ln w="15875">
              <a:solidFill>
                <a:srgbClr val="FFFF00"/>
              </a:solidFill>
              <a:miter lim="800000"/>
              <a:headEnd/>
              <a:tailEnd/>
            </a:ln>
          </p:spPr>
          <p:txBody>
            <a:bodyPr/>
            <a:lstStyle/>
            <a:p>
              <a:endParaRPr lang="en-US"/>
            </a:p>
          </p:txBody>
        </p:sp>
        <p:sp>
          <p:nvSpPr>
            <p:cNvPr id="73740" name="Freeform 12"/>
            <p:cNvSpPr>
              <a:spLocks/>
            </p:cNvSpPr>
            <p:nvPr/>
          </p:nvSpPr>
          <p:spPr bwMode="auto">
            <a:xfrm>
              <a:off x="1754" y="818"/>
              <a:ext cx="1176" cy="277"/>
            </a:xfrm>
            <a:custGeom>
              <a:avLst/>
              <a:gdLst/>
              <a:ahLst/>
              <a:cxnLst>
                <a:cxn ang="0">
                  <a:pos x="728" y="277"/>
                </a:cxn>
                <a:cxn ang="0">
                  <a:pos x="1176" y="0"/>
                </a:cxn>
                <a:cxn ang="0">
                  <a:pos x="447" y="0"/>
                </a:cxn>
                <a:cxn ang="0">
                  <a:pos x="0" y="277"/>
                </a:cxn>
                <a:cxn ang="0">
                  <a:pos x="728" y="277"/>
                </a:cxn>
              </a:cxnLst>
              <a:rect l="0" t="0" r="r" b="b"/>
              <a:pathLst>
                <a:path w="1176" h="277">
                  <a:moveTo>
                    <a:pt x="728" y="277"/>
                  </a:moveTo>
                  <a:lnTo>
                    <a:pt x="1176" y="0"/>
                  </a:lnTo>
                  <a:lnTo>
                    <a:pt x="447" y="0"/>
                  </a:lnTo>
                  <a:lnTo>
                    <a:pt x="0" y="277"/>
                  </a:lnTo>
                  <a:lnTo>
                    <a:pt x="728" y="277"/>
                  </a:lnTo>
                  <a:close/>
                </a:path>
              </a:pathLst>
            </a:custGeom>
            <a:solidFill>
              <a:srgbClr val="BF0000">
                <a:alpha val="64000"/>
              </a:srgbClr>
            </a:solidFill>
            <a:ln w="15875">
              <a:solidFill>
                <a:srgbClr val="FFFF00"/>
              </a:solidFill>
              <a:prstDash val="solid"/>
              <a:round/>
              <a:headEnd/>
              <a:tailEnd/>
            </a:ln>
          </p:spPr>
          <p:txBody>
            <a:bodyPr/>
            <a:lstStyle/>
            <a:p>
              <a:endParaRPr lang="en-US"/>
            </a:p>
          </p:txBody>
        </p:sp>
      </p:grpSp>
      <p:grpSp>
        <p:nvGrpSpPr>
          <p:cNvPr id="73741" name="Group 13"/>
          <p:cNvGrpSpPr>
            <a:grpSpLocks/>
          </p:cNvGrpSpPr>
          <p:nvPr/>
        </p:nvGrpSpPr>
        <p:grpSpPr bwMode="auto">
          <a:xfrm>
            <a:off x="4075113" y="1093788"/>
            <a:ext cx="2938462" cy="3021012"/>
            <a:chOff x="2555" y="818"/>
            <a:chExt cx="1186" cy="1995"/>
          </a:xfrm>
        </p:grpSpPr>
        <p:sp>
          <p:nvSpPr>
            <p:cNvPr id="73742" name="Freeform 14"/>
            <p:cNvSpPr>
              <a:spLocks/>
            </p:cNvSpPr>
            <p:nvPr/>
          </p:nvSpPr>
          <p:spPr bwMode="auto">
            <a:xfrm>
              <a:off x="3294" y="818"/>
              <a:ext cx="447" cy="1995"/>
            </a:xfrm>
            <a:custGeom>
              <a:avLst/>
              <a:gdLst/>
              <a:ahLst/>
              <a:cxnLst>
                <a:cxn ang="0">
                  <a:pos x="0" y="1995"/>
                </a:cxn>
                <a:cxn ang="0">
                  <a:pos x="0" y="277"/>
                </a:cxn>
                <a:cxn ang="0">
                  <a:pos x="447" y="0"/>
                </a:cxn>
                <a:cxn ang="0">
                  <a:pos x="447" y="1719"/>
                </a:cxn>
                <a:cxn ang="0">
                  <a:pos x="0" y="1995"/>
                </a:cxn>
              </a:cxnLst>
              <a:rect l="0" t="0" r="r" b="b"/>
              <a:pathLst>
                <a:path w="447" h="1995">
                  <a:moveTo>
                    <a:pt x="0" y="1995"/>
                  </a:moveTo>
                  <a:lnTo>
                    <a:pt x="0" y="277"/>
                  </a:lnTo>
                  <a:lnTo>
                    <a:pt x="447" y="0"/>
                  </a:lnTo>
                  <a:lnTo>
                    <a:pt x="447" y="1719"/>
                  </a:lnTo>
                  <a:lnTo>
                    <a:pt x="0" y="1995"/>
                  </a:lnTo>
                  <a:close/>
                </a:path>
              </a:pathLst>
            </a:custGeom>
            <a:solidFill>
              <a:srgbClr val="9900CC">
                <a:alpha val="64999"/>
              </a:srgbClr>
            </a:solidFill>
            <a:ln w="15875">
              <a:solidFill>
                <a:srgbClr val="FFFF00"/>
              </a:solidFill>
              <a:prstDash val="solid"/>
              <a:round/>
              <a:headEnd/>
              <a:tailEnd/>
            </a:ln>
          </p:spPr>
          <p:txBody>
            <a:bodyPr/>
            <a:lstStyle/>
            <a:p>
              <a:endParaRPr lang="en-US"/>
            </a:p>
          </p:txBody>
        </p:sp>
        <p:sp>
          <p:nvSpPr>
            <p:cNvPr id="73743" name="Rectangle 15"/>
            <p:cNvSpPr>
              <a:spLocks noChangeArrowheads="1"/>
            </p:cNvSpPr>
            <p:nvPr/>
          </p:nvSpPr>
          <p:spPr bwMode="auto">
            <a:xfrm>
              <a:off x="2555" y="1095"/>
              <a:ext cx="739" cy="1718"/>
            </a:xfrm>
            <a:prstGeom prst="rect">
              <a:avLst/>
            </a:prstGeom>
            <a:solidFill>
              <a:srgbClr val="9900CC">
                <a:alpha val="64999"/>
              </a:srgbClr>
            </a:solidFill>
            <a:ln w="15875">
              <a:solidFill>
                <a:srgbClr val="FFFF00"/>
              </a:solidFill>
              <a:miter lim="800000"/>
              <a:headEnd/>
              <a:tailEnd/>
            </a:ln>
          </p:spPr>
          <p:txBody>
            <a:bodyPr/>
            <a:lstStyle/>
            <a:p>
              <a:endParaRPr lang="en-US"/>
            </a:p>
          </p:txBody>
        </p:sp>
        <p:sp>
          <p:nvSpPr>
            <p:cNvPr id="73744" name="Freeform 16"/>
            <p:cNvSpPr>
              <a:spLocks/>
            </p:cNvSpPr>
            <p:nvPr/>
          </p:nvSpPr>
          <p:spPr bwMode="auto">
            <a:xfrm>
              <a:off x="2555" y="818"/>
              <a:ext cx="1186" cy="277"/>
            </a:xfrm>
            <a:custGeom>
              <a:avLst/>
              <a:gdLst/>
              <a:ahLst/>
              <a:cxnLst>
                <a:cxn ang="0">
                  <a:pos x="739" y="277"/>
                </a:cxn>
                <a:cxn ang="0">
                  <a:pos x="1186" y="0"/>
                </a:cxn>
                <a:cxn ang="0">
                  <a:pos x="447" y="0"/>
                </a:cxn>
                <a:cxn ang="0">
                  <a:pos x="0" y="277"/>
                </a:cxn>
                <a:cxn ang="0">
                  <a:pos x="739" y="277"/>
                </a:cxn>
              </a:cxnLst>
              <a:rect l="0" t="0" r="r" b="b"/>
              <a:pathLst>
                <a:path w="1186" h="277">
                  <a:moveTo>
                    <a:pt x="739" y="277"/>
                  </a:moveTo>
                  <a:lnTo>
                    <a:pt x="1186" y="0"/>
                  </a:lnTo>
                  <a:lnTo>
                    <a:pt x="447" y="0"/>
                  </a:lnTo>
                  <a:lnTo>
                    <a:pt x="0" y="277"/>
                  </a:lnTo>
                  <a:lnTo>
                    <a:pt x="739" y="277"/>
                  </a:lnTo>
                  <a:close/>
                </a:path>
              </a:pathLst>
            </a:custGeom>
            <a:solidFill>
              <a:srgbClr val="9900CC">
                <a:alpha val="64999"/>
              </a:srgbClr>
            </a:solidFill>
            <a:ln w="15875">
              <a:solidFill>
                <a:srgbClr val="FFFF00"/>
              </a:solidFill>
              <a:prstDash val="solid"/>
              <a:round/>
              <a:headEnd/>
              <a:tailEnd/>
            </a:ln>
          </p:spPr>
          <p:txBody>
            <a:bodyPr/>
            <a:lstStyle/>
            <a:p>
              <a:endParaRPr lang="en-US"/>
            </a:p>
          </p:txBody>
        </p:sp>
      </p:grpSp>
      <p:grpSp>
        <p:nvGrpSpPr>
          <p:cNvPr id="73745" name="Group 17"/>
          <p:cNvGrpSpPr>
            <a:grpSpLocks/>
          </p:cNvGrpSpPr>
          <p:nvPr/>
        </p:nvGrpSpPr>
        <p:grpSpPr bwMode="auto">
          <a:xfrm>
            <a:off x="6156325" y="1076325"/>
            <a:ext cx="2913063" cy="2886075"/>
            <a:chOff x="3367" y="818"/>
            <a:chExt cx="1176" cy="1995"/>
          </a:xfrm>
        </p:grpSpPr>
        <p:sp>
          <p:nvSpPr>
            <p:cNvPr id="73746" name="Freeform 18"/>
            <p:cNvSpPr>
              <a:spLocks/>
            </p:cNvSpPr>
            <p:nvPr/>
          </p:nvSpPr>
          <p:spPr bwMode="auto">
            <a:xfrm>
              <a:off x="4095" y="818"/>
              <a:ext cx="448" cy="1995"/>
            </a:xfrm>
            <a:custGeom>
              <a:avLst/>
              <a:gdLst/>
              <a:ahLst/>
              <a:cxnLst>
                <a:cxn ang="0">
                  <a:pos x="0" y="1995"/>
                </a:cxn>
                <a:cxn ang="0">
                  <a:pos x="0" y="277"/>
                </a:cxn>
                <a:cxn ang="0">
                  <a:pos x="448" y="0"/>
                </a:cxn>
                <a:cxn ang="0">
                  <a:pos x="448" y="1719"/>
                </a:cxn>
                <a:cxn ang="0">
                  <a:pos x="0" y="1995"/>
                </a:cxn>
              </a:cxnLst>
              <a:rect l="0" t="0" r="r" b="b"/>
              <a:pathLst>
                <a:path w="448" h="1995">
                  <a:moveTo>
                    <a:pt x="0" y="1995"/>
                  </a:moveTo>
                  <a:lnTo>
                    <a:pt x="0" y="277"/>
                  </a:lnTo>
                  <a:lnTo>
                    <a:pt x="448" y="0"/>
                  </a:lnTo>
                  <a:lnTo>
                    <a:pt x="448" y="1719"/>
                  </a:lnTo>
                  <a:lnTo>
                    <a:pt x="0" y="1995"/>
                  </a:lnTo>
                  <a:close/>
                </a:path>
              </a:pathLst>
            </a:custGeom>
            <a:solidFill>
              <a:srgbClr val="000080">
                <a:alpha val="64999"/>
              </a:srgbClr>
            </a:solidFill>
            <a:ln w="15875">
              <a:solidFill>
                <a:srgbClr val="FFFF00"/>
              </a:solidFill>
              <a:prstDash val="solid"/>
              <a:round/>
              <a:headEnd/>
              <a:tailEnd/>
            </a:ln>
          </p:spPr>
          <p:txBody>
            <a:bodyPr/>
            <a:lstStyle/>
            <a:p>
              <a:endParaRPr lang="en-US"/>
            </a:p>
          </p:txBody>
        </p:sp>
        <p:sp>
          <p:nvSpPr>
            <p:cNvPr id="73747" name="Rectangle 19"/>
            <p:cNvSpPr>
              <a:spLocks noChangeArrowheads="1"/>
            </p:cNvSpPr>
            <p:nvPr/>
          </p:nvSpPr>
          <p:spPr bwMode="auto">
            <a:xfrm>
              <a:off x="3367" y="1095"/>
              <a:ext cx="728" cy="1718"/>
            </a:xfrm>
            <a:prstGeom prst="rect">
              <a:avLst/>
            </a:prstGeom>
            <a:solidFill>
              <a:srgbClr val="0000FF">
                <a:alpha val="64999"/>
              </a:srgbClr>
            </a:solidFill>
            <a:ln w="15875">
              <a:solidFill>
                <a:srgbClr val="FFFF00"/>
              </a:solidFill>
              <a:miter lim="800000"/>
              <a:headEnd/>
              <a:tailEnd/>
            </a:ln>
          </p:spPr>
          <p:txBody>
            <a:bodyPr/>
            <a:lstStyle/>
            <a:p>
              <a:endParaRPr lang="en-US"/>
            </a:p>
          </p:txBody>
        </p:sp>
        <p:sp>
          <p:nvSpPr>
            <p:cNvPr id="73748" name="Freeform 20"/>
            <p:cNvSpPr>
              <a:spLocks/>
            </p:cNvSpPr>
            <p:nvPr/>
          </p:nvSpPr>
          <p:spPr bwMode="auto">
            <a:xfrm>
              <a:off x="3367" y="818"/>
              <a:ext cx="1176" cy="277"/>
            </a:xfrm>
            <a:custGeom>
              <a:avLst/>
              <a:gdLst/>
              <a:ahLst/>
              <a:cxnLst>
                <a:cxn ang="0">
                  <a:pos x="728" y="277"/>
                </a:cxn>
                <a:cxn ang="0">
                  <a:pos x="1176" y="0"/>
                </a:cxn>
                <a:cxn ang="0">
                  <a:pos x="447" y="0"/>
                </a:cxn>
                <a:cxn ang="0">
                  <a:pos x="0" y="277"/>
                </a:cxn>
                <a:cxn ang="0">
                  <a:pos x="728" y="277"/>
                </a:cxn>
              </a:cxnLst>
              <a:rect l="0" t="0" r="r" b="b"/>
              <a:pathLst>
                <a:path w="1176" h="277">
                  <a:moveTo>
                    <a:pt x="728" y="277"/>
                  </a:moveTo>
                  <a:lnTo>
                    <a:pt x="1176" y="0"/>
                  </a:lnTo>
                  <a:lnTo>
                    <a:pt x="447" y="0"/>
                  </a:lnTo>
                  <a:lnTo>
                    <a:pt x="0" y="277"/>
                  </a:lnTo>
                  <a:lnTo>
                    <a:pt x="728" y="277"/>
                  </a:lnTo>
                  <a:close/>
                </a:path>
              </a:pathLst>
            </a:custGeom>
            <a:solidFill>
              <a:srgbClr val="0000BF">
                <a:alpha val="64999"/>
              </a:srgbClr>
            </a:solidFill>
            <a:ln w="15875">
              <a:solidFill>
                <a:srgbClr val="FFFF00"/>
              </a:solidFill>
              <a:prstDash val="solid"/>
              <a:round/>
              <a:headEnd/>
              <a:tailEnd/>
            </a:ln>
          </p:spPr>
          <p:txBody>
            <a:bodyPr/>
            <a:lstStyle/>
            <a:p>
              <a:endParaRPr lang="en-US"/>
            </a:p>
          </p:txBody>
        </p:sp>
      </p:grpSp>
      <p:sp>
        <p:nvSpPr>
          <p:cNvPr id="73749" name="Text Box 21"/>
          <p:cNvSpPr txBox="1">
            <a:spLocks noChangeArrowheads="1"/>
          </p:cNvSpPr>
          <p:nvPr/>
        </p:nvSpPr>
        <p:spPr bwMode="auto">
          <a:xfrm>
            <a:off x="228600" y="2362200"/>
            <a:ext cx="1665288" cy="1417638"/>
          </a:xfrm>
          <a:prstGeom prst="rect">
            <a:avLst/>
          </a:prstGeom>
          <a:noFill/>
          <a:ln w="9525">
            <a:noFill/>
            <a:miter lim="800000"/>
            <a:headEnd/>
            <a:tailEnd/>
          </a:ln>
          <a:effectLst/>
        </p:spPr>
        <p:txBody>
          <a:bodyPr wrap="none">
            <a:spAutoFit/>
          </a:bodyPr>
          <a:lstStyle/>
          <a:p>
            <a:pPr algn="ctr" eaLnBrk="1" hangingPunct="1"/>
            <a:r>
              <a:rPr lang="en-US" sz="2500" b="1">
                <a:solidFill>
                  <a:srgbClr val="00CC00"/>
                </a:solidFill>
                <a:latin typeface="Arial" charset="0"/>
              </a:rPr>
              <a:t>Good</a:t>
            </a:r>
          </a:p>
          <a:p>
            <a:pPr algn="ctr" eaLnBrk="1" hangingPunct="1"/>
            <a:r>
              <a:rPr lang="en-US" sz="2500" b="1">
                <a:solidFill>
                  <a:srgbClr val="00CC00"/>
                </a:solidFill>
                <a:latin typeface="Arial" charset="0"/>
              </a:rPr>
              <a:t>Character</a:t>
            </a:r>
          </a:p>
          <a:p>
            <a:pPr algn="ctr" eaLnBrk="1" hangingPunct="1"/>
            <a:r>
              <a:rPr lang="en-US" sz="2500" b="1">
                <a:solidFill>
                  <a:srgbClr val="00CC00"/>
                </a:solidFill>
                <a:latin typeface="Arial" charset="0"/>
                <a:cs typeface="Aleem Urdu Unicode" pitchFamily="2" charset="-78"/>
              </a:rPr>
              <a:t>(</a:t>
            </a:r>
            <a:r>
              <a:rPr lang="ar-SA" sz="2500" b="1">
                <a:solidFill>
                  <a:srgbClr val="00CC00"/>
                </a:solidFill>
                <a:latin typeface="Arial" charset="0"/>
                <a:cs typeface="Aleem Urdu Unicode" pitchFamily="2" charset="-78"/>
              </a:rPr>
              <a:t>صالحيت</a:t>
            </a:r>
            <a:r>
              <a:rPr lang="en-US" sz="2500" b="1">
                <a:solidFill>
                  <a:srgbClr val="00CC00"/>
                </a:solidFill>
                <a:latin typeface="Arial" charset="0"/>
                <a:cs typeface="Aleem Urdu Unicode" pitchFamily="2" charset="-78"/>
              </a:rPr>
              <a:t>)</a:t>
            </a:r>
          </a:p>
          <a:p>
            <a:pPr algn="ctr" eaLnBrk="1" hangingPunct="1"/>
            <a:r>
              <a:rPr lang="en-US" sz="1200" b="1">
                <a:solidFill>
                  <a:srgbClr val="00CC00"/>
                </a:solidFill>
                <a:latin typeface="Arial" charset="0"/>
              </a:rPr>
              <a:t>Asr;103/1-3</a:t>
            </a:r>
          </a:p>
        </p:txBody>
      </p:sp>
      <p:sp>
        <p:nvSpPr>
          <p:cNvPr id="73750" name="Text Box 22"/>
          <p:cNvSpPr txBox="1">
            <a:spLocks noChangeArrowheads="1"/>
          </p:cNvSpPr>
          <p:nvPr/>
        </p:nvSpPr>
        <p:spPr bwMode="auto">
          <a:xfrm>
            <a:off x="2124075" y="2276475"/>
            <a:ext cx="1684338" cy="1417638"/>
          </a:xfrm>
          <a:prstGeom prst="rect">
            <a:avLst/>
          </a:prstGeom>
          <a:noFill/>
          <a:ln w="9525">
            <a:noFill/>
            <a:miter lim="800000"/>
            <a:headEnd/>
            <a:tailEnd/>
          </a:ln>
          <a:effectLst/>
        </p:spPr>
        <p:txBody>
          <a:bodyPr wrap="none">
            <a:spAutoFit/>
          </a:bodyPr>
          <a:lstStyle/>
          <a:p>
            <a:pPr algn="ctr" eaLnBrk="1" hangingPunct="1"/>
            <a:r>
              <a:rPr lang="en-US" sz="2500" b="1">
                <a:solidFill>
                  <a:srgbClr val="FFFFFF"/>
                </a:solidFill>
                <a:latin typeface="Arial" charset="0"/>
              </a:rPr>
              <a:t>Beneficial</a:t>
            </a:r>
          </a:p>
          <a:p>
            <a:pPr algn="ctr" eaLnBrk="1" hangingPunct="1"/>
            <a:r>
              <a:rPr lang="en-US" sz="2500" b="1">
                <a:solidFill>
                  <a:srgbClr val="FFFFFF"/>
                </a:solidFill>
                <a:latin typeface="Arial" charset="0"/>
              </a:rPr>
              <a:t>deeds</a:t>
            </a:r>
          </a:p>
          <a:p>
            <a:pPr algn="ctr" eaLnBrk="1" hangingPunct="1"/>
            <a:r>
              <a:rPr lang="ar-SA" sz="2500" b="1">
                <a:solidFill>
                  <a:srgbClr val="FFFFFF"/>
                </a:solidFill>
                <a:latin typeface="Arial" charset="0"/>
                <a:cs typeface="Aleem Urdu Unicode" pitchFamily="2" charset="-78"/>
              </a:rPr>
              <a:t>ناف</a:t>
            </a:r>
            <a:r>
              <a:rPr lang="ur-PK" sz="2500" b="1">
                <a:solidFill>
                  <a:srgbClr val="FFFFFF"/>
                </a:solidFill>
                <a:latin typeface="Arial" charset="0"/>
                <a:cs typeface="Aleem Urdu Unicode" pitchFamily="2" charset="-78"/>
              </a:rPr>
              <a:t>ع</a:t>
            </a:r>
            <a:r>
              <a:rPr lang="ar-SA" sz="2500" b="1">
                <a:solidFill>
                  <a:srgbClr val="FFFFFF"/>
                </a:solidFill>
                <a:latin typeface="Arial" charset="0"/>
                <a:cs typeface="Aleem Urdu Unicode" pitchFamily="2" charset="-78"/>
              </a:rPr>
              <a:t>يت</a:t>
            </a:r>
            <a:endParaRPr lang="en-US" sz="1200" b="1">
              <a:solidFill>
                <a:srgbClr val="FFFFFF"/>
              </a:solidFill>
              <a:latin typeface="Arial" charset="0"/>
              <a:cs typeface="Aleem Urdu Unicode" pitchFamily="2" charset="-78"/>
            </a:endParaRPr>
          </a:p>
          <a:p>
            <a:pPr algn="ctr" eaLnBrk="1" hangingPunct="1"/>
            <a:r>
              <a:rPr lang="en-US" sz="1200" b="1">
                <a:solidFill>
                  <a:srgbClr val="FFFFFF"/>
                </a:solidFill>
                <a:latin typeface="Arial" charset="0"/>
              </a:rPr>
              <a:t>Raad;17</a:t>
            </a:r>
          </a:p>
        </p:txBody>
      </p:sp>
      <p:sp>
        <p:nvSpPr>
          <p:cNvPr id="73751" name="Text Box 23"/>
          <p:cNvSpPr txBox="1">
            <a:spLocks noChangeArrowheads="1"/>
          </p:cNvSpPr>
          <p:nvPr/>
        </p:nvSpPr>
        <p:spPr bwMode="auto">
          <a:xfrm>
            <a:off x="3962400" y="1676400"/>
            <a:ext cx="1970088" cy="2193925"/>
          </a:xfrm>
          <a:prstGeom prst="rect">
            <a:avLst/>
          </a:prstGeom>
          <a:noFill/>
          <a:ln w="9525">
            <a:noFill/>
            <a:miter lim="800000"/>
            <a:headEnd/>
            <a:tailEnd/>
          </a:ln>
          <a:effectLst/>
        </p:spPr>
        <p:txBody>
          <a:bodyPr wrap="none">
            <a:spAutoFit/>
          </a:bodyPr>
          <a:lstStyle/>
          <a:p>
            <a:pPr algn="ctr" eaLnBrk="1" hangingPunct="1"/>
            <a:r>
              <a:rPr lang="en-US" sz="2200" b="1">
                <a:solidFill>
                  <a:srgbClr val="FFFFFF"/>
                </a:solidFill>
                <a:latin typeface="Arial" charset="0"/>
              </a:rPr>
              <a:t>Commitment </a:t>
            </a:r>
          </a:p>
          <a:p>
            <a:pPr algn="ctr" eaLnBrk="1" hangingPunct="1"/>
            <a:r>
              <a:rPr lang="en-US" sz="2200" b="1">
                <a:solidFill>
                  <a:srgbClr val="FFFFFF"/>
                </a:solidFill>
                <a:latin typeface="Arial" charset="0"/>
              </a:rPr>
              <a:t>for</a:t>
            </a:r>
          </a:p>
          <a:p>
            <a:pPr algn="ctr" eaLnBrk="1" hangingPunct="1"/>
            <a:r>
              <a:rPr lang="en-US" sz="2200" b="1">
                <a:solidFill>
                  <a:srgbClr val="FFFFFF"/>
                </a:solidFill>
                <a:latin typeface="Arial" charset="0"/>
              </a:rPr>
              <a:t>Reform</a:t>
            </a:r>
          </a:p>
          <a:p>
            <a:pPr algn="ctr" eaLnBrk="1" hangingPunct="1"/>
            <a:r>
              <a:rPr lang="ar-SA" sz="3000" b="1">
                <a:solidFill>
                  <a:srgbClr val="FFFFFF"/>
                </a:solidFill>
                <a:latin typeface="Arial" charset="0"/>
                <a:cs typeface="Aleem Urdu Unicode" pitchFamily="2" charset="-78"/>
              </a:rPr>
              <a:t>اصلاح</a:t>
            </a:r>
            <a:r>
              <a:rPr lang="ur-PK" sz="3000" b="1">
                <a:solidFill>
                  <a:srgbClr val="FFFFFF"/>
                </a:solidFill>
                <a:latin typeface="Arial" charset="0"/>
                <a:cs typeface="Aleem Urdu Unicode" pitchFamily="2" charset="-78"/>
              </a:rPr>
              <a:t>،</a:t>
            </a:r>
            <a:endParaRPr lang="en-US" sz="3000" b="1">
              <a:solidFill>
                <a:srgbClr val="FFFFFF"/>
              </a:solidFill>
              <a:latin typeface="Arial" charset="0"/>
              <a:cs typeface="Aleem Urdu Unicode" pitchFamily="2" charset="-78"/>
            </a:endParaRPr>
          </a:p>
          <a:p>
            <a:pPr algn="ctr" eaLnBrk="1" hangingPunct="1"/>
            <a:r>
              <a:rPr lang="ar-SA" sz="3000" b="1">
                <a:solidFill>
                  <a:srgbClr val="FFFFFF"/>
                </a:solidFill>
                <a:latin typeface="Arial" charset="0"/>
                <a:cs typeface="Aleem Urdu Unicode" pitchFamily="2" charset="-78"/>
              </a:rPr>
              <a:t>معروف و </a:t>
            </a:r>
            <a:r>
              <a:rPr lang="ar-SA" sz="2400" b="1">
                <a:solidFill>
                  <a:srgbClr val="FFFFFF"/>
                </a:solidFill>
                <a:latin typeface="Arial" charset="0"/>
                <a:cs typeface="Aleem Urdu Unicode" pitchFamily="2" charset="-78"/>
              </a:rPr>
              <a:t>منكر</a:t>
            </a:r>
            <a:endParaRPr lang="en-US" sz="2400" b="1">
              <a:solidFill>
                <a:srgbClr val="FFFFFF"/>
              </a:solidFill>
              <a:latin typeface="Arial" charset="0"/>
              <a:cs typeface="Aleem Urdu Unicode" pitchFamily="2" charset="-78"/>
            </a:endParaRPr>
          </a:p>
          <a:p>
            <a:pPr algn="ctr" eaLnBrk="1" hangingPunct="1"/>
            <a:r>
              <a:rPr lang="en-US" sz="1200" b="1">
                <a:solidFill>
                  <a:srgbClr val="FFFFFF"/>
                </a:solidFill>
                <a:latin typeface="Arial" charset="0"/>
              </a:rPr>
              <a:t>Aal-e-Imran 110):</a:t>
            </a:r>
          </a:p>
        </p:txBody>
      </p:sp>
      <p:sp>
        <p:nvSpPr>
          <p:cNvPr id="73752" name="Text Box 24"/>
          <p:cNvSpPr txBox="1">
            <a:spLocks noChangeArrowheads="1"/>
          </p:cNvSpPr>
          <p:nvPr/>
        </p:nvSpPr>
        <p:spPr bwMode="auto">
          <a:xfrm>
            <a:off x="6148388" y="1608138"/>
            <a:ext cx="1852612" cy="2087562"/>
          </a:xfrm>
          <a:prstGeom prst="rect">
            <a:avLst/>
          </a:prstGeom>
          <a:noFill/>
          <a:ln w="9525">
            <a:noFill/>
            <a:miter lim="800000"/>
            <a:headEnd/>
            <a:tailEnd/>
          </a:ln>
          <a:effectLst/>
        </p:spPr>
        <p:txBody>
          <a:bodyPr>
            <a:spAutoFit/>
          </a:bodyPr>
          <a:lstStyle/>
          <a:p>
            <a:pPr algn="ctr" eaLnBrk="1" hangingPunct="1"/>
            <a:r>
              <a:rPr lang="en-US" b="1">
                <a:solidFill>
                  <a:srgbClr val="FFFFFF"/>
                </a:solidFill>
                <a:latin typeface="Arial" charset="0"/>
              </a:rPr>
              <a:t>Establishment </a:t>
            </a:r>
          </a:p>
          <a:p>
            <a:pPr algn="ctr" eaLnBrk="1" hangingPunct="1"/>
            <a:r>
              <a:rPr lang="en-US" sz="2200" b="1">
                <a:solidFill>
                  <a:srgbClr val="FFFFFF"/>
                </a:solidFill>
                <a:latin typeface="Arial" charset="0"/>
              </a:rPr>
              <a:t>of </a:t>
            </a:r>
          </a:p>
          <a:p>
            <a:pPr algn="ctr" eaLnBrk="1" hangingPunct="1"/>
            <a:r>
              <a:rPr lang="en-US" sz="2200" b="1">
                <a:solidFill>
                  <a:srgbClr val="FFFFFF"/>
                </a:solidFill>
                <a:latin typeface="Arial" charset="0"/>
              </a:rPr>
              <a:t>Just </a:t>
            </a:r>
          </a:p>
          <a:p>
            <a:pPr algn="ctr" eaLnBrk="1" hangingPunct="1"/>
            <a:r>
              <a:rPr lang="en-US" sz="2200" b="1">
                <a:solidFill>
                  <a:srgbClr val="FFFFFF"/>
                </a:solidFill>
                <a:latin typeface="Arial" charset="0"/>
              </a:rPr>
              <a:t>System</a:t>
            </a:r>
          </a:p>
          <a:p>
            <a:pPr algn="ctr" eaLnBrk="1" hangingPunct="1"/>
            <a:r>
              <a:rPr lang="ar-SA" sz="3500" b="1">
                <a:solidFill>
                  <a:srgbClr val="FFFFFF"/>
                </a:solidFill>
                <a:latin typeface="Arial" charset="0"/>
                <a:cs typeface="Aleem Urdu Unicode" pitchFamily="2" charset="-78"/>
              </a:rPr>
              <a:t>قيام عدل</a:t>
            </a:r>
            <a:endParaRPr lang="en-US" sz="3500" b="1">
              <a:solidFill>
                <a:srgbClr val="FFFFFF"/>
              </a:solidFill>
              <a:latin typeface="Arial" charset="0"/>
              <a:cs typeface="Aleem Urdu Unicode" pitchFamily="2" charset="-78"/>
            </a:endParaRPr>
          </a:p>
          <a:p>
            <a:pPr algn="ctr" eaLnBrk="1" hangingPunct="1"/>
            <a:r>
              <a:rPr lang="en-US" sz="1200" b="1">
                <a:solidFill>
                  <a:srgbClr val="FFFFFF"/>
                </a:solidFill>
                <a:latin typeface="Arial" charset="0"/>
              </a:rPr>
              <a:t>Saff: 9</a:t>
            </a:r>
          </a:p>
        </p:txBody>
      </p:sp>
      <p:grpSp>
        <p:nvGrpSpPr>
          <p:cNvPr id="73754" name="Group 26"/>
          <p:cNvGrpSpPr>
            <a:grpSpLocks/>
          </p:cNvGrpSpPr>
          <p:nvPr/>
        </p:nvGrpSpPr>
        <p:grpSpPr bwMode="auto">
          <a:xfrm>
            <a:off x="381000" y="4191000"/>
            <a:ext cx="8161338" cy="787400"/>
            <a:chOff x="388" y="3168"/>
            <a:chExt cx="5141" cy="496"/>
          </a:xfrm>
        </p:grpSpPr>
        <p:sp>
          <p:nvSpPr>
            <p:cNvPr id="73755" name="Rectangle 27"/>
            <p:cNvSpPr>
              <a:spLocks noChangeArrowheads="1"/>
            </p:cNvSpPr>
            <p:nvPr/>
          </p:nvSpPr>
          <p:spPr bwMode="auto">
            <a:xfrm>
              <a:off x="388" y="3168"/>
              <a:ext cx="5141" cy="394"/>
            </a:xfrm>
            <a:prstGeom prst="rect">
              <a:avLst/>
            </a:prstGeom>
            <a:noFill/>
            <a:ln w="9525">
              <a:noFill/>
              <a:miter lim="800000"/>
              <a:headEnd/>
              <a:tailEnd/>
            </a:ln>
            <a:effectLst/>
          </p:spPr>
          <p:txBody>
            <a:bodyPr anchor="ctr">
              <a:spAutoFit/>
            </a:bodyPr>
            <a:lstStyle/>
            <a:p>
              <a:pPr algn="r" eaLnBrk="1" hangingPunct="1"/>
              <a:r>
                <a:rPr lang="ar-SA" b="1">
                  <a:latin typeface="Arial" charset="0"/>
                  <a:cs typeface="Arial" charset="0"/>
                </a:rPr>
                <a:t>وَالْعَصْرِ (1) إِنَّ الْإِنسَانَ لَفِي خُسْرٍ (2) إِلَّا الَّذِينَ آمَنُوا وَعَمِلُوا الصَّالِحَاتِ وَتَوَاصَوْا بِالْحَقِّ وَتَوَاصَوْا بِالصَّبْرِ</a:t>
              </a:r>
              <a:r>
                <a:rPr lang="en-US" sz="3500" b="1">
                  <a:latin typeface="Arial" charset="0"/>
                </a:rPr>
                <a:t> </a:t>
              </a:r>
            </a:p>
          </p:txBody>
        </p:sp>
        <p:sp>
          <p:nvSpPr>
            <p:cNvPr id="73756" name="Text Box 28"/>
            <p:cNvSpPr txBox="1">
              <a:spLocks noChangeArrowheads="1"/>
            </p:cNvSpPr>
            <p:nvPr/>
          </p:nvSpPr>
          <p:spPr bwMode="auto">
            <a:xfrm>
              <a:off x="485" y="3433"/>
              <a:ext cx="700" cy="231"/>
            </a:xfrm>
            <a:prstGeom prst="rect">
              <a:avLst/>
            </a:prstGeom>
            <a:noFill/>
            <a:ln w="9525">
              <a:noFill/>
              <a:miter lim="800000"/>
              <a:headEnd/>
              <a:tailEnd/>
            </a:ln>
            <a:effectLst/>
          </p:spPr>
          <p:txBody>
            <a:bodyPr wrap="none">
              <a:spAutoFit/>
            </a:bodyPr>
            <a:lstStyle/>
            <a:p>
              <a:pPr eaLnBrk="1" hangingPunct="1"/>
              <a:r>
                <a:rPr lang="en-US" b="1">
                  <a:latin typeface="Arial" charset="0"/>
                </a:rPr>
                <a:t>(Asr 1-3)</a:t>
              </a:r>
            </a:p>
          </p:txBody>
        </p:sp>
      </p:grpSp>
      <p:grpSp>
        <p:nvGrpSpPr>
          <p:cNvPr id="73757" name="Group 29"/>
          <p:cNvGrpSpPr>
            <a:grpSpLocks/>
          </p:cNvGrpSpPr>
          <p:nvPr/>
        </p:nvGrpSpPr>
        <p:grpSpPr bwMode="auto">
          <a:xfrm>
            <a:off x="3581400" y="4648200"/>
            <a:ext cx="4483100" cy="701675"/>
            <a:chOff x="316" y="3055"/>
            <a:chExt cx="2824" cy="442"/>
          </a:xfrm>
        </p:grpSpPr>
        <p:sp>
          <p:nvSpPr>
            <p:cNvPr id="73758" name="Text Box 30"/>
            <p:cNvSpPr txBox="1">
              <a:spLocks noChangeArrowheads="1"/>
            </p:cNvSpPr>
            <p:nvPr/>
          </p:nvSpPr>
          <p:spPr bwMode="auto">
            <a:xfrm>
              <a:off x="316" y="3167"/>
              <a:ext cx="764" cy="231"/>
            </a:xfrm>
            <a:prstGeom prst="rect">
              <a:avLst/>
            </a:prstGeom>
            <a:noFill/>
            <a:ln w="9525">
              <a:noFill/>
              <a:miter lim="800000"/>
              <a:headEnd/>
              <a:tailEnd/>
            </a:ln>
            <a:effectLst/>
          </p:spPr>
          <p:txBody>
            <a:bodyPr wrap="none">
              <a:spAutoFit/>
            </a:bodyPr>
            <a:lstStyle/>
            <a:p>
              <a:pPr eaLnBrk="1" hangingPunct="1"/>
              <a:r>
                <a:rPr lang="en-US" b="1">
                  <a:latin typeface="Arial" charset="0"/>
                </a:rPr>
                <a:t>(Raad 17)</a:t>
              </a:r>
            </a:p>
          </p:txBody>
        </p:sp>
        <p:sp>
          <p:nvSpPr>
            <p:cNvPr id="73759" name="Rectangle 31"/>
            <p:cNvSpPr>
              <a:spLocks noChangeArrowheads="1"/>
            </p:cNvSpPr>
            <p:nvPr/>
          </p:nvSpPr>
          <p:spPr bwMode="auto">
            <a:xfrm>
              <a:off x="1307" y="3055"/>
              <a:ext cx="1833" cy="442"/>
            </a:xfrm>
            <a:prstGeom prst="rect">
              <a:avLst/>
            </a:prstGeom>
            <a:noFill/>
            <a:ln w="9525">
              <a:noFill/>
              <a:miter lim="800000"/>
              <a:headEnd/>
              <a:tailEnd/>
            </a:ln>
            <a:effectLst/>
          </p:spPr>
          <p:txBody>
            <a:bodyPr wrap="none" anchor="ctr">
              <a:spAutoFit/>
            </a:bodyPr>
            <a:lstStyle/>
            <a:p>
              <a:pPr eaLnBrk="1" hangingPunct="1"/>
              <a:r>
                <a:rPr lang="ar-SA" b="1">
                  <a:latin typeface="Arial" charset="0"/>
                  <a:cs typeface="Arial" charset="0"/>
                </a:rPr>
                <a:t>وَأَمَّا مَا يَنفَعُ النَّاسَ فَيَمْكُثُ فِي الأَرْضِ</a:t>
              </a:r>
              <a:r>
                <a:rPr lang="en-US" sz="4000" b="1">
                  <a:latin typeface="Arial" charset="0"/>
                </a:rPr>
                <a:t> </a:t>
              </a:r>
            </a:p>
          </p:txBody>
        </p:sp>
      </p:grpSp>
      <p:grpSp>
        <p:nvGrpSpPr>
          <p:cNvPr id="73760" name="Group 32"/>
          <p:cNvGrpSpPr>
            <a:grpSpLocks/>
          </p:cNvGrpSpPr>
          <p:nvPr/>
        </p:nvGrpSpPr>
        <p:grpSpPr bwMode="auto">
          <a:xfrm>
            <a:off x="533400" y="5181600"/>
            <a:ext cx="8410575" cy="1303338"/>
            <a:chOff x="267" y="3206"/>
            <a:chExt cx="5298" cy="821"/>
          </a:xfrm>
        </p:grpSpPr>
        <p:sp>
          <p:nvSpPr>
            <p:cNvPr id="73761" name="Text Box 33"/>
            <p:cNvSpPr txBox="1">
              <a:spLocks noChangeArrowheads="1"/>
            </p:cNvSpPr>
            <p:nvPr/>
          </p:nvSpPr>
          <p:spPr bwMode="auto">
            <a:xfrm>
              <a:off x="509" y="3796"/>
              <a:ext cx="116" cy="231"/>
            </a:xfrm>
            <a:prstGeom prst="rect">
              <a:avLst/>
            </a:prstGeom>
            <a:noFill/>
            <a:ln w="9525">
              <a:noFill/>
              <a:miter lim="800000"/>
              <a:headEnd/>
              <a:tailEnd/>
            </a:ln>
            <a:effectLst/>
          </p:spPr>
          <p:txBody>
            <a:bodyPr wrap="none">
              <a:spAutoFit/>
            </a:bodyPr>
            <a:lstStyle/>
            <a:p>
              <a:pPr eaLnBrk="1" hangingPunct="1"/>
              <a:endParaRPr lang="en-US" b="1">
                <a:latin typeface="Arial" charset="0"/>
              </a:endParaRPr>
            </a:p>
          </p:txBody>
        </p:sp>
        <p:sp>
          <p:nvSpPr>
            <p:cNvPr id="73762" name="Rectangle 34"/>
            <p:cNvSpPr>
              <a:spLocks noChangeArrowheads="1"/>
            </p:cNvSpPr>
            <p:nvPr/>
          </p:nvSpPr>
          <p:spPr bwMode="auto">
            <a:xfrm>
              <a:off x="267" y="3206"/>
              <a:ext cx="5298" cy="567"/>
            </a:xfrm>
            <a:prstGeom prst="rect">
              <a:avLst/>
            </a:prstGeom>
            <a:noFill/>
            <a:ln w="9525">
              <a:noFill/>
              <a:miter lim="800000"/>
              <a:headEnd/>
              <a:tailEnd/>
            </a:ln>
            <a:effectLst/>
          </p:spPr>
          <p:txBody>
            <a:bodyPr anchor="ctr">
              <a:spAutoFit/>
            </a:bodyPr>
            <a:lstStyle/>
            <a:p>
              <a:pPr algn="r" eaLnBrk="1" hangingPunct="1"/>
              <a:r>
                <a:rPr lang="ar-SA" b="1">
                  <a:latin typeface="Arial" charset="0"/>
                  <a:cs typeface="Arial" charset="0"/>
                </a:rPr>
                <a:t>كُنتُمْ خَيْرَ أُمَّةٍ أُخْرِجَتْ لِلنَّاسِ تَأْمُرُونَ بِالْمَعْرُوفِ وَتَنْهَوْنَ عَنِ الْمُنكَرِ وَتُؤْمِنُونَ بِاللّهِ وَلَوْ آمَنَ أَهْلُ الْكِتَابِ لَكَانَ خَيْرًا لَّهُم مِّنْهُمُ الْمُؤْمِنُونَ وَأَكْثَرُهُمُ الْفَاسِقُونَ</a:t>
              </a:r>
              <a:r>
                <a:rPr lang="en-US" b="1">
                  <a:latin typeface="Arial" charset="0"/>
                  <a:cs typeface="Arial" charset="0"/>
                </a:rPr>
                <a:t>    </a:t>
              </a:r>
              <a:r>
                <a:rPr lang="en-US" sz="3500" b="1">
                  <a:latin typeface="Arial" charset="0"/>
                </a:rPr>
                <a:t> </a:t>
              </a:r>
            </a:p>
          </p:txBody>
        </p:sp>
      </p:grpSp>
      <p:grpSp>
        <p:nvGrpSpPr>
          <p:cNvPr id="73763" name="Group 35"/>
          <p:cNvGrpSpPr>
            <a:grpSpLocks/>
          </p:cNvGrpSpPr>
          <p:nvPr/>
        </p:nvGrpSpPr>
        <p:grpSpPr bwMode="auto">
          <a:xfrm>
            <a:off x="838200" y="5991225"/>
            <a:ext cx="8005763" cy="790575"/>
            <a:chOff x="219" y="3272"/>
            <a:chExt cx="5043" cy="498"/>
          </a:xfrm>
        </p:grpSpPr>
        <p:sp>
          <p:nvSpPr>
            <p:cNvPr id="73764" name="Text Box 36"/>
            <p:cNvSpPr txBox="1">
              <a:spLocks noChangeArrowheads="1"/>
            </p:cNvSpPr>
            <p:nvPr/>
          </p:nvSpPr>
          <p:spPr bwMode="auto">
            <a:xfrm>
              <a:off x="1670" y="3539"/>
              <a:ext cx="677" cy="231"/>
            </a:xfrm>
            <a:prstGeom prst="rect">
              <a:avLst/>
            </a:prstGeom>
            <a:noFill/>
            <a:ln w="9525">
              <a:noFill/>
              <a:miter lim="800000"/>
              <a:headEnd/>
              <a:tailEnd/>
            </a:ln>
            <a:effectLst/>
          </p:spPr>
          <p:txBody>
            <a:bodyPr>
              <a:spAutoFit/>
            </a:bodyPr>
            <a:lstStyle/>
            <a:p>
              <a:pPr eaLnBrk="1" hangingPunct="1"/>
              <a:r>
                <a:rPr lang="en-US" b="1">
                  <a:latin typeface="Arial" charset="0"/>
                </a:rPr>
                <a:t>(Saf 9)</a:t>
              </a:r>
            </a:p>
          </p:txBody>
        </p:sp>
        <p:sp>
          <p:nvSpPr>
            <p:cNvPr id="73765" name="Rectangle 37"/>
            <p:cNvSpPr>
              <a:spLocks noChangeArrowheads="1"/>
            </p:cNvSpPr>
            <p:nvPr/>
          </p:nvSpPr>
          <p:spPr bwMode="auto">
            <a:xfrm>
              <a:off x="219" y="3272"/>
              <a:ext cx="5043" cy="394"/>
            </a:xfrm>
            <a:prstGeom prst="rect">
              <a:avLst/>
            </a:prstGeom>
            <a:noFill/>
            <a:ln w="9525">
              <a:noFill/>
              <a:miter lim="800000"/>
              <a:headEnd/>
              <a:tailEnd/>
            </a:ln>
            <a:effectLst/>
          </p:spPr>
          <p:txBody>
            <a:bodyPr anchor="ctr">
              <a:spAutoFit/>
            </a:bodyPr>
            <a:lstStyle/>
            <a:p>
              <a:pPr algn="r" eaLnBrk="1" hangingPunct="1"/>
              <a:r>
                <a:rPr lang="ar-SA" b="1">
                  <a:latin typeface="Arial" charset="0"/>
                  <a:cs typeface="Arial" charset="0"/>
                </a:rPr>
                <a:t>هُوَ الَّذِي أَرْسَلَ رَسُولَهُ بِالْهُدَى وَدِينِ الْحَقِّ لِيُظْهِرَهُ عَلَى الدِّينِ كُلِّهِ وَلَوْ كَرِهَ الْمُشْرِكُونَ</a:t>
              </a:r>
              <a:r>
                <a:rPr lang="en-US" sz="3500" b="1">
                  <a:latin typeface="Arial" charset="0"/>
                </a:rPr>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73749"/>
                                        </p:tgtEl>
                                        <p:attrNameLst>
                                          <p:attrName>style.visibility</p:attrName>
                                        </p:attrNameLst>
                                      </p:cBhvr>
                                      <p:to>
                                        <p:strVal val="visible"/>
                                      </p:to>
                                    </p:set>
                                    <p:animEffect transition="in" filter="plus(in)">
                                      <p:cBhvr>
                                        <p:cTn id="7" dur="2000"/>
                                        <p:tgtEl>
                                          <p:spTgt spid="73749"/>
                                        </p:tgtEl>
                                      </p:cBhvr>
                                    </p:animEffect>
                                  </p:childTnLst>
                                </p:cTn>
                              </p:par>
                              <p:par>
                                <p:cTn id="8" presetID="13" presetClass="entr" presetSubtype="16" fill="hold" nodeType="withEffect">
                                  <p:stCondLst>
                                    <p:cond delay="0"/>
                                  </p:stCondLst>
                                  <p:childTnLst>
                                    <p:set>
                                      <p:cBhvr>
                                        <p:cTn id="9" dur="1" fill="hold">
                                          <p:stCondLst>
                                            <p:cond delay="0"/>
                                          </p:stCondLst>
                                        </p:cTn>
                                        <p:tgtEl>
                                          <p:spTgt spid="73733"/>
                                        </p:tgtEl>
                                        <p:attrNameLst>
                                          <p:attrName>style.visibility</p:attrName>
                                        </p:attrNameLst>
                                      </p:cBhvr>
                                      <p:to>
                                        <p:strVal val="visible"/>
                                      </p:to>
                                    </p:set>
                                    <p:animEffect transition="in" filter="plus(in)">
                                      <p:cBhvr>
                                        <p:cTn id="10" dur="2000"/>
                                        <p:tgtEl>
                                          <p:spTgt spid="73733"/>
                                        </p:tgtEl>
                                      </p:cBhvr>
                                    </p:animEffect>
                                  </p:childTnLst>
                                </p:cTn>
                              </p:par>
                              <p:par>
                                <p:cTn id="11" presetID="13" presetClass="entr" presetSubtype="16" fill="hold" nodeType="withEffect">
                                  <p:stCondLst>
                                    <p:cond delay="0"/>
                                  </p:stCondLst>
                                  <p:childTnLst>
                                    <p:set>
                                      <p:cBhvr>
                                        <p:cTn id="12" dur="1" fill="hold">
                                          <p:stCondLst>
                                            <p:cond delay="0"/>
                                          </p:stCondLst>
                                        </p:cTn>
                                        <p:tgtEl>
                                          <p:spTgt spid="73754"/>
                                        </p:tgtEl>
                                        <p:attrNameLst>
                                          <p:attrName>style.visibility</p:attrName>
                                        </p:attrNameLst>
                                      </p:cBhvr>
                                      <p:to>
                                        <p:strVal val="visible"/>
                                      </p:to>
                                    </p:set>
                                    <p:animEffect transition="in" filter="plus(in)">
                                      <p:cBhvr>
                                        <p:cTn id="13" dur="2000"/>
                                        <p:tgtEl>
                                          <p:spTgt spid="73754"/>
                                        </p:tgtEl>
                                      </p:cBhvr>
                                    </p:animEffect>
                                  </p:childTnLst>
                                </p:cTn>
                              </p:par>
                            </p:childTnLst>
                          </p:cTn>
                        </p:par>
                      </p:childTnLst>
                    </p:cTn>
                  </p:par>
                  <p:par>
                    <p:cTn id="14" fill="hold">
                      <p:stCondLst>
                        <p:cond delay="indefinite"/>
                      </p:stCondLst>
                      <p:childTnLst>
                        <p:par>
                          <p:cTn id="15" fill="hold">
                            <p:stCondLst>
                              <p:cond delay="0"/>
                            </p:stCondLst>
                            <p:childTnLst>
                              <p:par>
                                <p:cTn id="16" presetID="58" presetClass="exit" presetSubtype="0" decel="100000" fill="hold" nodeType="clickEffect">
                                  <p:stCondLst>
                                    <p:cond delay="0"/>
                                  </p:stCondLst>
                                  <p:childTnLst>
                                    <p:anim calcmode="lin" valueType="num">
                                      <p:cBhvr>
                                        <p:cTn id="17" dur="500"/>
                                        <p:tgtEl>
                                          <p:spTgt spid="73754"/>
                                        </p:tgtEl>
                                        <p:attrNameLst>
                                          <p:attrName>ppt_w</p:attrName>
                                        </p:attrNameLst>
                                      </p:cBhvr>
                                      <p:tavLst>
                                        <p:tav tm="0">
                                          <p:val>
                                            <p:strVal val="ppt_w"/>
                                          </p:val>
                                        </p:tav>
                                        <p:tav tm="100000">
                                          <p:val>
                                            <p:strVal val="ppt_w*2.5"/>
                                          </p:val>
                                        </p:tav>
                                      </p:tavLst>
                                    </p:anim>
                                    <p:anim calcmode="lin" valueType="num">
                                      <p:cBhvr>
                                        <p:cTn id="18" dur="500"/>
                                        <p:tgtEl>
                                          <p:spTgt spid="73754"/>
                                        </p:tgtEl>
                                        <p:attrNameLst>
                                          <p:attrName>ppt_h</p:attrName>
                                        </p:attrNameLst>
                                      </p:cBhvr>
                                      <p:tavLst>
                                        <p:tav tm="0">
                                          <p:val>
                                            <p:strVal val="ppt_h"/>
                                          </p:val>
                                        </p:tav>
                                        <p:tav tm="100000">
                                          <p:val>
                                            <p:strVal val="ppt_h*0.01"/>
                                          </p:val>
                                        </p:tav>
                                      </p:tavLst>
                                    </p:anim>
                                    <p:anim calcmode="lin" valueType="num">
                                      <p:cBhvr>
                                        <p:cTn id="19" dur="500"/>
                                        <p:tgtEl>
                                          <p:spTgt spid="73754"/>
                                        </p:tgtEl>
                                        <p:attrNameLst>
                                          <p:attrName>ppt_x</p:attrName>
                                        </p:attrNameLst>
                                      </p:cBhvr>
                                      <p:tavLst>
                                        <p:tav tm="0">
                                          <p:val>
                                            <p:strVal val="ppt_x"/>
                                          </p:val>
                                        </p:tav>
                                        <p:tav tm="100000">
                                          <p:val>
                                            <p:strVal val="ppt_x"/>
                                          </p:val>
                                        </p:tav>
                                      </p:tavLst>
                                    </p:anim>
                                    <p:anim calcmode="lin" valueType="num">
                                      <p:cBhvr>
                                        <p:cTn id="20" dur="500"/>
                                        <p:tgtEl>
                                          <p:spTgt spid="73754"/>
                                        </p:tgtEl>
                                        <p:attrNameLst>
                                          <p:attrName>ppt_y</p:attrName>
                                        </p:attrNameLst>
                                      </p:cBhvr>
                                      <p:tavLst>
                                        <p:tav tm="0">
                                          <p:val>
                                            <p:strVal val="ppt_y"/>
                                          </p:val>
                                        </p:tav>
                                        <p:tav tm="100000">
                                          <p:val>
                                            <p:strVal val="ppt_h+1"/>
                                          </p:val>
                                        </p:tav>
                                      </p:tavLst>
                                    </p:anim>
                                    <p:animEffect transition="out" filter="fade">
                                      <p:cBhvr>
                                        <p:cTn id="21" dur="500"/>
                                        <p:tgtEl>
                                          <p:spTgt spid="73754"/>
                                        </p:tgtEl>
                                      </p:cBhvr>
                                    </p:animEffect>
                                    <p:set>
                                      <p:cBhvr>
                                        <p:cTn id="22" dur="1" fill="hold">
                                          <p:stCondLst>
                                            <p:cond delay="499"/>
                                          </p:stCondLst>
                                        </p:cTn>
                                        <p:tgtEl>
                                          <p:spTgt spid="7375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3757"/>
                                        </p:tgtEl>
                                        <p:attrNameLst>
                                          <p:attrName>style.visibility</p:attrName>
                                        </p:attrNameLst>
                                      </p:cBhvr>
                                      <p:to>
                                        <p:strVal val="visible"/>
                                      </p:to>
                                    </p:set>
                                    <p:animEffect transition="in" filter="blinds(horizontal)">
                                      <p:cBhvr>
                                        <p:cTn id="27" dur="500"/>
                                        <p:tgtEl>
                                          <p:spTgt spid="7375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73750"/>
                                        </p:tgtEl>
                                        <p:attrNameLst>
                                          <p:attrName>style.visibility</p:attrName>
                                        </p:attrNameLst>
                                      </p:cBhvr>
                                      <p:to>
                                        <p:strVal val="visible"/>
                                      </p:to>
                                    </p:set>
                                    <p:animEffect transition="in" filter="blinds(horizontal)">
                                      <p:cBhvr>
                                        <p:cTn id="30" dur="500"/>
                                        <p:tgtEl>
                                          <p:spTgt spid="73750"/>
                                        </p:tgtEl>
                                      </p:cBhvr>
                                    </p:animEffect>
                                  </p:childTnLst>
                                </p:cTn>
                              </p:par>
                              <p:par>
                                <p:cTn id="31" presetID="3" presetClass="entr" presetSubtype="10" fill="hold" nodeType="withEffect">
                                  <p:stCondLst>
                                    <p:cond delay="0"/>
                                  </p:stCondLst>
                                  <p:childTnLst>
                                    <p:set>
                                      <p:cBhvr>
                                        <p:cTn id="32" dur="1" fill="hold">
                                          <p:stCondLst>
                                            <p:cond delay="0"/>
                                          </p:stCondLst>
                                        </p:cTn>
                                        <p:tgtEl>
                                          <p:spTgt spid="73737"/>
                                        </p:tgtEl>
                                        <p:attrNameLst>
                                          <p:attrName>style.visibility</p:attrName>
                                        </p:attrNameLst>
                                      </p:cBhvr>
                                      <p:to>
                                        <p:strVal val="visible"/>
                                      </p:to>
                                    </p:set>
                                    <p:animEffect transition="in" filter="blinds(horizontal)">
                                      <p:cBhvr>
                                        <p:cTn id="33" dur="500"/>
                                        <p:tgtEl>
                                          <p:spTgt spid="7373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xit" presetSubtype="4" fill="hold" nodeType="clickEffect">
                                  <p:stCondLst>
                                    <p:cond delay="0"/>
                                  </p:stCondLst>
                                  <p:childTnLst>
                                    <p:animEffect transition="out" filter="wipe(down)">
                                      <p:cBhvr>
                                        <p:cTn id="37" dur="500"/>
                                        <p:tgtEl>
                                          <p:spTgt spid="73757"/>
                                        </p:tgtEl>
                                      </p:cBhvr>
                                    </p:animEffect>
                                    <p:set>
                                      <p:cBhvr>
                                        <p:cTn id="38" dur="1" fill="hold">
                                          <p:stCondLst>
                                            <p:cond delay="499"/>
                                          </p:stCondLst>
                                        </p:cTn>
                                        <p:tgtEl>
                                          <p:spTgt spid="7375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nodeType="clickEffect">
                                  <p:stCondLst>
                                    <p:cond delay="0"/>
                                  </p:stCondLst>
                                  <p:childTnLst>
                                    <p:set>
                                      <p:cBhvr>
                                        <p:cTn id="42" dur="1" fill="hold">
                                          <p:stCondLst>
                                            <p:cond delay="0"/>
                                          </p:stCondLst>
                                        </p:cTn>
                                        <p:tgtEl>
                                          <p:spTgt spid="73760"/>
                                        </p:tgtEl>
                                        <p:attrNameLst>
                                          <p:attrName>style.visibility</p:attrName>
                                        </p:attrNameLst>
                                      </p:cBhvr>
                                      <p:to>
                                        <p:strVal val="visible"/>
                                      </p:to>
                                    </p:set>
                                    <p:animEffect transition="in" filter="checkerboard(across)">
                                      <p:cBhvr>
                                        <p:cTn id="43" dur="500"/>
                                        <p:tgtEl>
                                          <p:spTgt spid="73760"/>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73751"/>
                                        </p:tgtEl>
                                        <p:attrNameLst>
                                          <p:attrName>style.visibility</p:attrName>
                                        </p:attrNameLst>
                                      </p:cBhvr>
                                      <p:to>
                                        <p:strVal val="visible"/>
                                      </p:to>
                                    </p:set>
                                    <p:animEffect transition="in" filter="checkerboard(across)">
                                      <p:cBhvr>
                                        <p:cTn id="46" dur="500"/>
                                        <p:tgtEl>
                                          <p:spTgt spid="73751"/>
                                        </p:tgtEl>
                                      </p:cBhvr>
                                    </p:animEffect>
                                  </p:childTnLst>
                                </p:cTn>
                              </p:par>
                              <p:par>
                                <p:cTn id="47" presetID="5" presetClass="entr" presetSubtype="10" fill="hold" nodeType="withEffect">
                                  <p:stCondLst>
                                    <p:cond delay="0"/>
                                  </p:stCondLst>
                                  <p:childTnLst>
                                    <p:set>
                                      <p:cBhvr>
                                        <p:cTn id="48" dur="1" fill="hold">
                                          <p:stCondLst>
                                            <p:cond delay="0"/>
                                          </p:stCondLst>
                                        </p:cTn>
                                        <p:tgtEl>
                                          <p:spTgt spid="73741"/>
                                        </p:tgtEl>
                                        <p:attrNameLst>
                                          <p:attrName>style.visibility</p:attrName>
                                        </p:attrNameLst>
                                      </p:cBhvr>
                                      <p:to>
                                        <p:strVal val="visible"/>
                                      </p:to>
                                    </p:set>
                                    <p:animEffect transition="in" filter="checkerboard(across)">
                                      <p:cBhvr>
                                        <p:cTn id="49" dur="500"/>
                                        <p:tgtEl>
                                          <p:spTgt spid="73741"/>
                                        </p:tgtEl>
                                      </p:cBhvr>
                                    </p:animEffect>
                                  </p:childTnLst>
                                </p:cTn>
                              </p:par>
                            </p:childTnLst>
                          </p:cTn>
                        </p:par>
                      </p:childTnLst>
                    </p:cTn>
                  </p:par>
                  <p:par>
                    <p:cTn id="50" fill="hold">
                      <p:stCondLst>
                        <p:cond delay="indefinite"/>
                      </p:stCondLst>
                      <p:childTnLst>
                        <p:par>
                          <p:cTn id="51" fill="hold">
                            <p:stCondLst>
                              <p:cond delay="0"/>
                            </p:stCondLst>
                            <p:childTnLst>
                              <p:par>
                                <p:cTn id="52" presetID="35" presetClass="exit" presetSubtype="0" fill="hold" nodeType="clickEffect">
                                  <p:stCondLst>
                                    <p:cond delay="0"/>
                                  </p:stCondLst>
                                  <p:childTnLst>
                                    <p:animEffect transition="out" filter="fade">
                                      <p:cBhvr>
                                        <p:cTn id="53" dur="2000"/>
                                        <p:tgtEl>
                                          <p:spTgt spid="73760"/>
                                        </p:tgtEl>
                                      </p:cBhvr>
                                    </p:animEffect>
                                    <p:anim calcmode="lin" valueType="num">
                                      <p:cBhvr>
                                        <p:cTn id="54" dur="2000"/>
                                        <p:tgtEl>
                                          <p:spTgt spid="73760"/>
                                        </p:tgtEl>
                                        <p:attrNameLst>
                                          <p:attrName>style.rotation</p:attrName>
                                        </p:attrNameLst>
                                      </p:cBhvr>
                                      <p:tavLst>
                                        <p:tav tm="0">
                                          <p:val>
                                            <p:fltVal val="0"/>
                                          </p:val>
                                        </p:tav>
                                        <p:tav tm="100000">
                                          <p:val>
                                            <p:fltVal val="720"/>
                                          </p:val>
                                        </p:tav>
                                      </p:tavLst>
                                    </p:anim>
                                    <p:anim calcmode="lin" valueType="num">
                                      <p:cBhvr>
                                        <p:cTn id="55" dur="2000"/>
                                        <p:tgtEl>
                                          <p:spTgt spid="73760"/>
                                        </p:tgtEl>
                                        <p:attrNameLst>
                                          <p:attrName>ppt_h</p:attrName>
                                        </p:attrNameLst>
                                      </p:cBhvr>
                                      <p:tavLst>
                                        <p:tav tm="0">
                                          <p:val>
                                            <p:strVal val="ppt_h"/>
                                          </p:val>
                                        </p:tav>
                                        <p:tav tm="100000">
                                          <p:val>
                                            <p:fltVal val="0"/>
                                          </p:val>
                                        </p:tav>
                                      </p:tavLst>
                                    </p:anim>
                                    <p:anim calcmode="lin" valueType="num">
                                      <p:cBhvr>
                                        <p:cTn id="56" dur="2000"/>
                                        <p:tgtEl>
                                          <p:spTgt spid="73760"/>
                                        </p:tgtEl>
                                        <p:attrNameLst>
                                          <p:attrName>ppt_w</p:attrName>
                                        </p:attrNameLst>
                                      </p:cBhvr>
                                      <p:tavLst>
                                        <p:tav tm="0">
                                          <p:val>
                                            <p:strVal val="ppt_w"/>
                                          </p:val>
                                        </p:tav>
                                        <p:tav tm="100000">
                                          <p:val>
                                            <p:fltVal val="0"/>
                                          </p:val>
                                        </p:tav>
                                      </p:tavLst>
                                    </p:anim>
                                    <p:set>
                                      <p:cBhvr>
                                        <p:cTn id="57" dur="1" fill="hold">
                                          <p:stCondLst>
                                            <p:cond delay="1999"/>
                                          </p:stCondLst>
                                        </p:cTn>
                                        <p:tgtEl>
                                          <p:spTgt spid="73760"/>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73763"/>
                                        </p:tgtEl>
                                        <p:attrNameLst>
                                          <p:attrName>style.visibility</p:attrName>
                                        </p:attrNameLst>
                                      </p:cBhvr>
                                      <p:to>
                                        <p:strVal val="visible"/>
                                      </p:to>
                                    </p:set>
                                    <p:animEffect transition="in" filter="dissolve">
                                      <p:cBhvr>
                                        <p:cTn id="62" dur="500"/>
                                        <p:tgtEl>
                                          <p:spTgt spid="73763"/>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73752"/>
                                        </p:tgtEl>
                                        <p:attrNameLst>
                                          <p:attrName>style.visibility</p:attrName>
                                        </p:attrNameLst>
                                      </p:cBhvr>
                                      <p:to>
                                        <p:strVal val="visible"/>
                                      </p:to>
                                    </p:set>
                                    <p:animEffect transition="in" filter="dissolve">
                                      <p:cBhvr>
                                        <p:cTn id="65" dur="500"/>
                                        <p:tgtEl>
                                          <p:spTgt spid="73752"/>
                                        </p:tgtEl>
                                      </p:cBhvr>
                                    </p:animEffect>
                                  </p:childTnLst>
                                </p:cTn>
                              </p:par>
                              <p:par>
                                <p:cTn id="66" presetID="9" presetClass="entr" presetSubtype="0" fill="hold" nodeType="withEffect">
                                  <p:stCondLst>
                                    <p:cond delay="0"/>
                                  </p:stCondLst>
                                  <p:childTnLst>
                                    <p:set>
                                      <p:cBhvr>
                                        <p:cTn id="67" dur="1" fill="hold">
                                          <p:stCondLst>
                                            <p:cond delay="0"/>
                                          </p:stCondLst>
                                        </p:cTn>
                                        <p:tgtEl>
                                          <p:spTgt spid="73745"/>
                                        </p:tgtEl>
                                        <p:attrNameLst>
                                          <p:attrName>style.visibility</p:attrName>
                                        </p:attrNameLst>
                                      </p:cBhvr>
                                      <p:to>
                                        <p:strVal val="visible"/>
                                      </p:to>
                                    </p:set>
                                    <p:animEffect transition="in" filter="dissolve">
                                      <p:cBhvr>
                                        <p:cTn id="68" dur="500"/>
                                        <p:tgtEl>
                                          <p:spTgt spid="73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9" grpId="0"/>
      <p:bldP spid="73750" grpId="0"/>
      <p:bldP spid="73751" grpId="0"/>
      <p:bldP spid="7375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1"/>
          <p:cNvSpPr>
            <a:spLocks noGrp="1"/>
          </p:cNvSpPr>
          <p:nvPr>
            <p:ph type="dt" sz="half" idx="10"/>
          </p:nvPr>
        </p:nvSpPr>
        <p:spPr/>
        <p:txBody>
          <a:bodyPr/>
          <a:lstStyle/>
          <a:p>
            <a:fld id="{F7AFE0DE-2B4D-4732-A33B-2CF82A864A5E}" type="datetime6">
              <a:rPr lang="en-US"/>
              <a:pPr/>
              <a:t>April 13</a:t>
            </a:fld>
            <a:endParaRPr lang="en-US"/>
          </a:p>
        </p:txBody>
      </p:sp>
      <p:sp>
        <p:nvSpPr>
          <p:cNvPr id="12" name="Slide Number Placeholder 3"/>
          <p:cNvSpPr>
            <a:spLocks noGrp="1"/>
          </p:cNvSpPr>
          <p:nvPr>
            <p:ph type="sldNum" sz="quarter" idx="12"/>
          </p:nvPr>
        </p:nvSpPr>
        <p:spPr/>
        <p:txBody>
          <a:bodyPr/>
          <a:lstStyle/>
          <a:p>
            <a:fld id="{3F3F93DD-2278-4C6C-842D-8AE4B57ACF35}" type="slidenum">
              <a:rPr lang="en-US"/>
              <a:pPr/>
              <a:t>17</a:t>
            </a:fld>
            <a:endParaRPr lang="en-US"/>
          </a:p>
        </p:txBody>
      </p:sp>
      <p:sp>
        <p:nvSpPr>
          <p:cNvPr id="64516" name="Rectangle 4"/>
          <p:cNvSpPr>
            <a:spLocks noChangeArrowheads="1"/>
          </p:cNvSpPr>
          <p:nvPr/>
        </p:nvSpPr>
        <p:spPr bwMode="auto">
          <a:xfrm>
            <a:off x="457200" y="404813"/>
            <a:ext cx="8229600" cy="5721350"/>
          </a:xfrm>
          <a:prstGeom prst="rect">
            <a:avLst/>
          </a:prstGeom>
          <a:noFill/>
          <a:ln w="9525">
            <a:noFill/>
            <a:miter lim="800000"/>
            <a:headEnd/>
            <a:tailEnd/>
          </a:ln>
          <a:effectLst/>
        </p:spPr>
        <p:txBody>
          <a:bodyPr/>
          <a:lstStyle/>
          <a:p>
            <a:pPr marL="342900" indent="-342900" algn="ctr" eaLnBrk="1" hangingPunct="1">
              <a:spcBef>
                <a:spcPct val="20000"/>
              </a:spcBef>
              <a:buClr>
                <a:schemeClr val="hlink"/>
              </a:buClr>
              <a:buSzPct val="65000"/>
              <a:buFont typeface="Wingdings" pitchFamily="2" charset="2"/>
              <a:buNone/>
            </a:pPr>
            <a:r>
              <a:rPr lang="en-US" sz="3200">
                <a:effectLst>
                  <a:outerShdw blurRad="38100" dist="38100" dir="2700000" algn="tl">
                    <a:srgbClr val="000000"/>
                  </a:outerShdw>
                </a:effectLst>
                <a:cs typeface="Times New Roman" pitchFamily="18" charset="0"/>
              </a:rPr>
              <a:t> Evolution of Ethical Values</a:t>
            </a:r>
          </a:p>
        </p:txBody>
      </p:sp>
      <p:sp>
        <p:nvSpPr>
          <p:cNvPr id="64517" name="AutoShape 5"/>
          <p:cNvSpPr>
            <a:spLocks noChangeArrowheads="1"/>
          </p:cNvSpPr>
          <p:nvPr/>
        </p:nvSpPr>
        <p:spPr bwMode="auto">
          <a:xfrm rot="16200000">
            <a:off x="3859213" y="4117975"/>
            <a:ext cx="1371600" cy="2971800"/>
          </a:xfrm>
          <a:prstGeom prst="chevron">
            <a:avLst>
              <a:gd name="adj" fmla="val 25000"/>
            </a:avLst>
          </a:prstGeom>
          <a:solidFill>
            <a:schemeClr val="accent1"/>
          </a:solidFill>
          <a:ln w="28575" algn="ctr">
            <a:solidFill>
              <a:schemeClr val="accent2"/>
            </a:solidFill>
            <a:miter lim="800000"/>
            <a:headEnd/>
            <a:tailEnd/>
          </a:ln>
          <a:effectLst/>
        </p:spPr>
        <p:txBody>
          <a:bodyPr rot="10800000" wrap="none" anchor="ctr"/>
          <a:lstStyle/>
          <a:p>
            <a:pPr marL="342900" indent="-342900" algn="ctr" eaLnBrk="1" hangingPunct="1">
              <a:spcBef>
                <a:spcPct val="20000"/>
              </a:spcBef>
            </a:pPr>
            <a:endParaRPr lang="en-US" sz="1300" b="1">
              <a:latin typeface="Arial" charset="0"/>
              <a:ea typeface="宋体" pitchFamily="2" charset="-122"/>
              <a:cs typeface="Arial" charset="0"/>
            </a:endParaRPr>
          </a:p>
        </p:txBody>
      </p:sp>
      <p:sp>
        <p:nvSpPr>
          <p:cNvPr id="64518" name="AutoShape 6"/>
          <p:cNvSpPr>
            <a:spLocks noChangeArrowheads="1"/>
          </p:cNvSpPr>
          <p:nvPr/>
        </p:nvSpPr>
        <p:spPr bwMode="auto">
          <a:xfrm rot="16200000">
            <a:off x="3802063" y="2384425"/>
            <a:ext cx="1485900" cy="2971800"/>
          </a:xfrm>
          <a:prstGeom prst="chevron">
            <a:avLst>
              <a:gd name="adj" fmla="val 25000"/>
            </a:avLst>
          </a:prstGeom>
          <a:solidFill>
            <a:schemeClr val="accent1"/>
          </a:solidFill>
          <a:ln w="28575" algn="ctr">
            <a:solidFill>
              <a:schemeClr val="accent2"/>
            </a:solidFill>
            <a:miter lim="800000"/>
            <a:headEnd/>
            <a:tailEnd/>
          </a:ln>
          <a:effectLst/>
        </p:spPr>
        <p:txBody>
          <a:bodyPr rot="10800000" wrap="none" anchor="ctr"/>
          <a:lstStyle/>
          <a:p>
            <a:pPr marL="342900" indent="-342900" algn="ctr" eaLnBrk="1" hangingPunct="1">
              <a:spcBef>
                <a:spcPct val="50000"/>
              </a:spcBef>
            </a:pPr>
            <a:endParaRPr lang="en-US" sz="1300" b="1">
              <a:latin typeface="Arial" charset="0"/>
              <a:ea typeface="宋体" pitchFamily="2" charset="-122"/>
              <a:cs typeface="Arial" charset="0"/>
            </a:endParaRPr>
          </a:p>
        </p:txBody>
      </p:sp>
      <p:sp>
        <p:nvSpPr>
          <p:cNvPr id="64519" name="AutoShape 7"/>
          <p:cNvSpPr>
            <a:spLocks noChangeArrowheads="1"/>
          </p:cNvSpPr>
          <p:nvPr/>
        </p:nvSpPr>
        <p:spPr bwMode="auto">
          <a:xfrm rot="16200000">
            <a:off x="3821113" y="650875"/>
            <a:ext cx="1371600" cy="2895600"/>
          </a:xfrm>
          <a:prstGeom prst="chevron">
            <a:avLst>
              <a:gd name="adj" fmla="val 25000"/>
            </a:avLst>
          </a:prstGeom>
          <a:solidFill>
            <a:schemeClr val="accent1"/>
          </a:solidFill>
          <a:ln w="28575" algn="ctr">
            <a:solidFill>
              <a:schemeClr val="accent2"/>
            </a:solidFill>
            <a:miter lim="800000"/>
            <a:headEnd/>
            <a:tailEnd/>
          </a:ln>
          <a:effectLst/>
        </p:spPr>
        <p:txBody>
          <a:bodyPr rot="10800000" wrap="none" anchor="ctr"/>
          <a:lstStyle/>
          <a:p>
            <a:pPr marL="342900" indent="-342900" algn="ctr" eaLnBrk="1" hangingPunct="1">
              <a:spcBef>
                <a:spcPct val="50000"/>
              </a:spcBef>
            </a:pPr>
            <a:endParaRPr lang="en-US" sz="1300" b="1">
              <a:latin typeface="Arial" charset="0"/>
              <a:ea typeface="宋体" pitchFamily="2" charset="-122"/>
              <a:cs typeface="Arial" charset="0"/>
            </a:endParaRPr>
          </a:p>
        </p:txBody>
      </p:sp>
      <p:sp>
        <p:nvSpPr>
          <p:cNvPr id="64520" name="Text Box 8"/>
          <p:cNvSpPr txBox="1">
            <a:spLocks noChangeArrowheads="1"/>
          </p:cNvSpPr>
          <p:nvPr/>
        </p:nvSpPr>
        <p:spPr bwMode="auto">
          <a:xfrm>
            <a:off x="3516313" y="1641475"/>
            <a:ext cx="2057400" cy="703263"/>
          </a:xfrm>
          <a:prstGeom prst="rect">
            <a:avLst/>
          </a:prstGeom>
          <a:noFill/>
          <a:ln w="9525" algn="ctr">
            <a:noFill/>
            <a:miter lim="800000"/>
            <a:headEnd/>
            <a:tailEnd/>
          </a:ln>
          <a:effectLst/>
        </p:spPr>
        <p:txBody>
          <a:bodyPr>
            <a:spAutoFit/>
          </a:bodyPr>
          <a:lstStyle/>
          <a:p>
            <a:pPr marL="342900" indent="-342900" algn="ctr" eaLnBrk="1" hangingPunct="1">
              <a:spcBef>
                <a:spcPct val="50000"/>
              </a:spcBef>
            </a:pPr>
            <a:r>
              <a:rPr lang="en-US" sz="1600" b="1">
                <a:latin typeface="Arial" charset="0"/>
                <a:ea typeface="宋体" pitchFamily="2" charset="-122"/>
                <a:cs typeface="Arial" charset="0"/>
              </a:rPr>
              <a:t>Ethical Norms</a:t>
            </a:r>
          </a:p>
          <a:p>
            <a:pPr marL="342900" indent="-342900" algn="ctr" eaLnBrk="1" hangingPunct="1">
              <a:spcBef>
                <a:spcPct val="50000"/>
              </a:spcBef>
            </a:pPr>
            <a:r>
              <a:rPr lang="en-US" sz="1600" b="1">
                <a:latin typeface="Arial" charset="0"/>
                <a:ea typeface="宋体" pitchFamily="2" charset="-122"/>
                <a:cs typeface="Arial" charset="0"/>
              </a:rPr>
              <a:t>and values</a:t>
            </a:r>
          </a:p>
        </p:txBody>
      </p:sp>
      <p:sp>
        <p:nvSpPr>
          <p:cNvPr id="64521" name="Text Box 9"/>
          <p:cNvSpPr txBox="1">
            <a:spLocks noChangeArrowheads="1"/>
          </p:cNvSpPr>
          <p:nvPr/>
        </p:nvSpPr>
        <p:spPr bwMode="auto">
          <a:xfrm>
            <a:off x="3516313" y="3541713"/>
            <a:ext cx="2057400" cy="630237"/>
          </a:xfrm>
          <a:prstGeom prst="rect">
            <a:avLst/>
          </a:prstGeom>
          <a:noFill/>
          <a:ln w="9525" algn="ctr">
            <a:noFill/>
            <a:miter lim="800000"/>
            <a:headEnd/>
            <a:tailEnd/>
          </a:ln>
          <a:effectLst/>
        </p:spPr>
        <p:txBody>
          <a:bodyPr>
            <a:spAutoFit/>
          </a:bodyPr>
          <a:lstStyle/>
          <a:p>
            <a:pPr marL="342900" indent="-342900" algn="ctr" eaLnBrk="1" hangingPunct="1">
              <a:spcBef>
                <a:spcPct val="20000"/>
              </a:spcBef>
            </a:pPr>
            <a:r>
              <a:rPr lang="en-US" sz="1300">
                <a:latin typeface="Arial" charset="0"/>
                <a:ea typeface="宋体" pitchFamily="2" charset="-122"/>
                <a:cs typeface="Arial" charset="0"/>
              </a:rPr>
              <a:t> </a:t>
            </a:r>
            <a:r>
              <a:rPr lang="en-US" sz="1600" b="1">
                <a:latin typeface="Arial" charset="0"/>
                <a:ea typeface="宋体" pitchFamily="2" charset="-122"/>
                <a:cs typeface="Arial" charset="0"/>
              </a:rPr>
              <a:t>Social Habits</a:t>
            </a:r>
          </a:p>
          <a:p>
            <a:pPr marL="342900" indent="-342900" algn="ctr" eaLnBrk="1" hangingPunct="1">
              <a:spcBef>
                <a:spcPct val="20000"/>
              </a:spcBef>
            </a:pPr>
            <a:r>
              <a:rPr lang="en-US" sz="1600" b="1">
                <a:latin typeface="Arial" charset="0"/>
                <a:ea typeface="宋体" pitchFamily="2" charset="-122"/>
                <a:cs typeface="Arial" charset="0"/>
              </a:rPr>
              <a:t>and Behavior</a:t>
            </a:r>
          </a:p>
        </p:txBody>
      </p:sp>
      <p:sp>
        <p:nvSpPr>
          <p:cNvPr id="64522" name="Text Box 10"/>
          <p:cNvSpPr txBox="1">
            <a:spLocks noChangeArrowheads="1"/>
          </p:cNvSpPr>
          <p:nvPr/>
        </p:nvSpPr>
        <p:spPr bwMode="auto">
          <a:xfrm>
            <a:off x="3516313" y="5227638"/>
            <a:ext cx="2057400" cy="630237"/>
          </a:xfrm>
          <a:prstGeom prst="rect">
            <a:avLst/>
          </a:prstGeom>
          <a:noFill/>
          <a:ln w="9525" algn="ctr">
            <a:noFill/>
            <a:miter lim="800000"/>
            <a:headEnd/>
            <a:tailEnd/>
          </a:ln>
          <a:effectLst/>
        </p:spPr>
        <p:txBody>
          <a:bodyPr>
            <a:spAutoFit/>
          </a:bodyPr>
          <a:lstStyle/>
          <a:p>
            <a:pPr marL="342900" indent="-342900" algn="ctr" eaLnBrk="1" hangingPunct="1">
              <a:spcBef>
                <a:spcPct val="20000"/>
              </a:spcBef>
            </a:pPr>
            <a:r>
              <a:rPr lang="en-US" sz="1600" b="1">
                <a:latin typeface="Arial" charset="0"/>
                <a:ea typeface="宋体" pitchFamily="2" charset="-122"/>
                <a:cs typeface="Arial" charset="0"/>
              </a:rPr>
              <a:t>Local Customs</a:t>
            </a:r>
          </a:p>
          <a:p>
            <a:pPr marL="342900" indent="-342900" algn="ctr" eaLnBrk="1" hangingPunct="1">
              <a:spcBef>
                <a:spcPct val="20000"/>
              </a:spcBef>
            </a:pPr>
            <a:r>
              <a:rPr lang="en-US" sz="1600" b="1">
                <a:latin typeface="Arial" charset="0"/>
                <a:ea typeface="宋体" pitchFamily="2" charset="-122"/>
                <a:cs typeface="Arial" charset="0"/>
              </a:rPr>
              <a:t>and Traditions</a:t>
            </a:r>
          </a:p>
        </p:txBody>
      </p:sp>
      <p:sp>
        <p:nvSpPr>
          <p:cNvPr id="64523" name="AutoShape 11"/>
          <p:cNvSpPr>
            <a:spLocks noChangeArrowheads="1"/>
          </p:cNvSpPr>
          <p:nvPr/>
        </p:nvSpPr>
        <p:spPr bwMode="auto">
          <a:xfrm>
            <a:off x="4430713" y="2555875"/>
            <a:ext cx="228600" cy="457200"/>
          </a:xfrm>
          <a:prstGeom prst="upArrow">
            <a:avLst>
              <a:gd name="adj1" fmla="val 50000"/>
              <a:gd name="adj2" fmla="val 50000"/>
            </a:avLst>
          </a:prstGeom>
          <a:solidFill>
            <a:schemeClr val="tx1"/>
          </a:solidFill>
          <a:ln w="9525" algn="ctr">
            <a:noFill/>
            <a:miter lim="800000"/>
            <a:headEnd/>
            <a:tailEnd/>
          </a:ln>
          <a:effectLst/>
        </p:spPr>
        <p:txBody>
          <a:bodyPr wrap="none" anchor="ctr"/>
          <a:lstStyle/>
          <a:p>
            <a:endParaRPr lang="en-US"/>
          </a:p>
        </p:txBody>
      </p:sp>
      <p:sp>
        <p:nvSpPr>
          <p:cNvPr id="64524" name="AutoShape 12"/>
          <p:cNvSpPr>
            <a:spLocks noChangeArrowheads="1"/>
          </p:cNvSpPr>
          <p:nvPr/>
        </p:nvSpPr>
        <p:spPr bwMode="auto">
          <a:xfrm>
            <a:off x="4430713" y="4384675"/>
            <a:ext cx="228600" cy="457200"/>
          </a:xfrm>
          <a:prstGeom prst="upArrow">
            <a:avLst>
              <a:gd name="adj1" fmla="val 50000"/>
              <a:gd name="adj2" fmla="val 50000"/>
            </a:avLst>
          </a:prstGeom>
          <a:solidFill>
            <a:schemeClr val="tx1"/>
          </a:solidFill>
          <a:ln w="9525" algn="ctr">
            <a:noFill/>
            <a:miter lim="800000"/>
            <a:headEnd/>
            <a:tailEnd/>
          </a:ln>
          <a:effectLst/>
        </p:spPr>
        <p:txBody>
          <a:bodyPr wrap="none" anchor="ctr"/>
          <a:lstStyle/>
          <a:p>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1"/>
          <p:cNvSpPr>
            <a:spLocks noGrp="1"/>
          </p:cNvSpPr>
          <p:nvPr>
            <p:ph type="dt" sz="half" idx="10"/>
          </p:nvPr>
        </p:nvSpPr>
        <p:spPr/>
        <p:txBody>
          <a:bodyPr/>
          <a:lstStyle/>
          <a:p>
            <a:fld id="{303E1A2E-4B44-48E5-8D56-1FFDD65ED9E9}" type="datetime6">
              <a:rPr lang="en-US"/>
              <a:pPr/>
              <a:t>April 13</a:t>
            </a:fld>
            <a:endParaRPr lang="en-US"/>
          </a:p>
        </p:txBody>
      </p:sp>
      <p:sp>
        <p:nvSpPr>
          <p:cNvPr id="13" name="Slide Number Placeholder 3"/>
          <p:cNvSpPr>
            <a:spLocks noGrp="1"/>
          </p:cNvSpPr>
          <p:nvPr>
            <p:ph type="sldNum" sz="quarter" idx="12"/>
          </p:nvPr>
        </p:nvSpPr>
        <p:spPr/>
        <p:txBody>
          <a:bodyPr/>
          <a:lstStyle/>
          <a:p>
            <a:fld id="{BECB0E7E-F814-42EE-A0D3-0FE115A13A99}" type="slidenum">
              <a:rPr lang="en-US"/>
              <a:pPr/>
              <a:t>18</a:t>
            </a:fld>
            <a:endParaRPr lang="en-US"/>
          </a:p>
        </p:txBody>
      </p:sp>
      <p:sp>
        <p:nvSpPr>
          <p:cNvPr id="65540" name="Rectangle 4"/>
          <p:cNvSpPr>
            <a:spLocks noChangeArrowheads="1"/>
          </p:cNvSpPr>
          <p:nvPr/>
        </p:nvSpPr>
        <p:spPr bwMode="auto">
          <a:xfrm>
            <a:off x="457200" y="476250"/>
            <a:ext cx="8229600" cy="5649913"/>
          </a:xfrm>
          <a:prstGeom prst="rect">
            <a:avLst/>
          </a:prstGeom>
          <a:noFill/>
          <a:ln w="9525">
            <a:noFill/>
            <a:miter lim="800000"/>
            <a:headEnd/>
            <a:tailEnd/>
          </a:ln>
          <a:effectLst/>
        </p:spPr>
        <p:txBody>
          <a:bodyPr/>
          <a:lstStyle/>
          <a:p>
            <a:pPr marL="342900" indent="-342900" algn="ctr" eaLnBrk="1" hangingPunct="1">
              <a:spcBef>
                <a:spcPct val="20000"/>
              </a:spcBef>
              <a:buClr>
                <a:schemeClr val="hlink"/>
              </a:buClr>
              <a:buSzPct val="65000"/>
              <a:buFont typeface="Wingdings" pitchFamily="2" charset="2"/>
              <a:buNone/>
            </a:pPr>
            <a:r>
              <a:rPr lang="en-US" sz="3200">
                <a:effectLst>
                  <a:outerShdw blurRad="38100" dist="38100" dir="2700000" algn="tl">
                    <a:srgbClr val="000000"/>
                  </a:outerShdw>
                </a:effectLst>
                <a:cs typeface="Times New Roman" pitchFamily="18" charset="0"/>
              </a:rPr>
              <a:t>The Islamic Paradigm</a:t>
            </a:r>
          </a:p>
        </p:txBody>
      </p:sp>
      <p:sp>
        <p:nvSpPr>
          <p:cNvPr id="65541" name="Line 8"/>
          <p:cNvSpPr>
            <a:spLocks noChangeShapeType="1"/>
          </p:cNvSpPr>
          <p:nvPr/>
        </p:nvSpPr>
        <p:spPr bwMode="auto">
          <a:xfrm>
            <a:off x="4419600" y="4267200"/>
            <a:ext cx="0" cy="228600"/>
          </a:xfrm>
          <a:prstGeom prst="line">
            <a:avLst/>
          </a:prstGeom>
          <a:noFill/>
          <a:ln w="9525">
            <a:solidFill>
              <a:schemeClr val="tx1"/>
            </a:solidFill>
            <a:round/>
            <a:headEnd type="triangle" w="med" len="med"/>
            <a:tailEnd/>
          </a:ln>
        </p:spPr>
        <p:txBody>
          <a:bodyPr/>
          <a:lstStyle/>
          <a:p>
            <a:endParaRPr lang="en-US"/>
          </a:p>
        </p:txBody>
      </p:sp>
      <p:sp>
        <p:nvSpPr>
          <p:cNvPr id="65542" name="AutoShape 6"/>
          <p:cNvSpPr>
            <a:spLocks noChangeArrowheads="1"/>
          </p:cNvSpPr>
          <p:nvPr/>
        </p:nvSpPr>
        <p:spPr bwMode="auto">
          <a:xfrm rot="5400000">
            <a:off x="3771900" y="4049713"/>
            <a:ext cx="1371600" cy="2971800"/>
          </a:xfrm>
          <a:prstGeom prst="chevron">
            <a:avLst>
              <a:gd name="adj" fmla="val 25000"/>
            </a:avLst>
          </a:prstGeom>
          <a:solidFill>
            <a:schemeClr val="accent1"/>
          </a:solidFill>
          <a:ln w="28575" algn="ctr">
            <a:solidFill>
              <a:schemeClr val="accent2"/>
            </a:solidFill>
            <a:miter lim="800000"/>
            <a:headEnd/>
            <a:tailEnd/>
          </a:ln>
          <a:effectLst/>
        </p:spPr>
        <p:txBody>
          <a:bodyPr wrap="none" anchor="ctr"/>
          <a:lstStyle/>
          <a:p>
            <a:pPr marL="342900" indent="-342900" algn="ctr" eaLnBrk="1" hangingPunct="1">
              <a:spcBef>
                <a:spcPct val="20000"/>
              </a:spcBef>
            </a:pPr>
            <a:endParaRPr lang="en-US" sz="1300" b="1">
              <a:latin typeface="Arial" charset="0"/>
              <a:ea typeface="宋体" pitchFamily="2" charset="-122"/>
              <a:cs typeface="Arial" charset="0"/>
            </a:endParaRPr>
          </a:p>
        </p:txBody>
      </p:sp>
      <p:sp>
        <p:nvSpPr>
          <p:cNvPr id="65543" name="AutoShape 7"/>
          <p:cNvSpPr>
            <a:spLocks noChangeArrowheads="1"/>
          </p:cNvSpPr>
          <p:nvPr/>
        </p:nvSpPr>
        <p:spPr bwMode="auto">
          <a:xfrm rot="5400000">
            <a:off x="3714750" y="2316163"/>
            <a:ext cx="1485900" cy="2971800"/>
          </a:xfrm>
          <a:prstGeom prst="chevron">
            <a:avLst>
              <a:gd name="adj" fmla="val 25000"/>
            </a:avLst>
          </a:prstGeom>
          <a:solidFill>
            <a:schemeClr val="accent1"/>
          </a:solidFill>
          <a:ln w="28575" algn="ctr">
            <a:solidFill>
              <a:schemeClr val="accent2"/>
            </a:solidFill>
            <a:miter lim="800000"/>
            <a:headEnd/>
            <a:tailEnd/>
          </a:ln>
          <a:effectLst/>
        </p:spPr>
        <p:txBody>
          <a:bodyPr wrap="none" anchor="ctr"/>
          <a:lstStyle/>
          <a:p>
            <a:pPr marL="342900" indent="-342900" algn="ctr" eaLnBrk="1" hangingPunct="1">
              <a:spcBef>
                <a:spcPct val="50000"/>
              </a:spcBef>
            </a:pPr>
            <a:endParaRPr lang="en-US" sz="1300" b="1">
              <a:latin typeface="Arial" charset="0"/>
              <a:ea typeface="宋体" pitchFamily="2" charset="-122"/>
              <a:cs typeface="Arial" charset="0"/>
            </a:endParaRPr>
          </a:p>
        </p:txBody>
      </p:sp>
      <p:sp>
        <p:nvSpPr>
          <p:cNvPr id="65544" name="AutoShape 8"/>
          <p:cNvSpPr>
            <a:spLocks noChangeArrowheads="1"/>
          </p:cNvSpPr>
          <p:nvPr/>
        </p:nvSpPr>
        <p:spPr bwMode="auto">
          <a:xfrm rot="5400000">
            <a:off x="3749675" y="506413"/>
            <a:ext cx="1371600" cy="2895600"/>
          </a:xfrm>
          <a:prstGeom prst="chevron">
            <a:avLst>
              <a:gd name="adj" fmla="val 25000"/>
            </a:avLst>
          </a:prstGeom>
          <a:solidFill>
            <a:schemeClr val="accent1"/>
          </a:solidFill>
          <a:ln w="28575" algn="ctr">
            <a:solidFill>
              <a:schemeClr val="accent2"/>
            </a:solidFill>
            <a:miter lim="800000"/>
            <a:headEnd/>
            <a:tailEnd/>
          </a:ln>
          <a:effectLst/>
        </p:spPr>
        <p:txBody>
          <a:bodyPr wrap="none" anchor="ctr"/>
          <a:lstStyle/>
          <a:p>
            <a:pPr marL="342900" indent="-342900" algn="ctr" eaLnBrk="1" hangingPunct="1">
              <a:spcBef>
                <a:spcPct val="50000"/>
              </a:spcBef>
            </a:pPr>
            <a:endParaRPr lang="en-US" sz="1300" b="1">
              <a:latin typeface="Arial" charset="0"/>
              <a:ea typeface="宋体" pitchFamily="2" charset="-122"/>
              <a:cs typeface="Arial" charset="0"/>
            </a:endParaRPr>
          </a:p>
        </p:txBody>
      </p:sp>
      <p:sp>
        <p:nvSpPr>
          <p:cNvPr id="65545" name="Text Box 9"/>
          <p:cNvSpPr txBox="1">
            <a:spLocks noChangeArrowheads="1"/>
          </p:cNvSpPr>
          <p:nvPr/>
        </p:nvSpPr>
        <p:spPr bwMode="auto">
          <a:xfrm>
            <a:off x="3429000" y="1725613"/>
            <a:ext cx="2057400" cy="703262"/>
          </a:xfrm>
          <a:prstGeom prst="rect">
            <a:avLst/>
          </a:prstGeom>
          <a:noFill/>
          <a:ln w="9525" algn="ctr">
            <a:noFill/>
            <a:miter lim="800000"/>
            <a:headEnd/>
            <a:tailEnd/>
          </a:ln>
          <a:effectLst/>
        </p:spPr>
        <p:txBody>
          <a:bodyPr>
            <a:spAutoFit/>
          </a:bodyPr>
          <a:lstStyle/>
          <a:p>
            <a:pPr marL="342900" indent="-342900" algn="ctr" eaLnBrk="1" hangingPunct="1">
              <a:spcBef>
                <a:spcPct val="50000"/>
              </a:spcBef>
            </a:pPr>
            <a:r>
              <a:rPr lang="en-US" sz="1600" b="1">
                <a:latin typeface="Arial" charset="0"/>
                <a:ea typeface="宋体" pitchFamily="2" charset="-122"/>
                <a:cs typeface="Arial" charset="0"/>
              </a:rPr>
              <a:t>Divine Guidance</a:t>
            </a:r>
          </a:p>
          <a:p>
            <a:pPr marL="342900" indent="-342900" algn="ctr" eaLnBrk="1" hangingPunct="1">
              <a:spcBef>
                <a:spcPct val="50000"/>
              </a:spcBef>
            </a:pPr>
            <a:r>
              <a:rPr lang="en-US" sz="1600" b="1">
                <a:latin typeface="Arial" charset="0"/>
                <a:ea typeface="宋体" pitchFamily="2" charset="-122"/>
                <a:cs typeface="Arial" charset="0"/>
              </a:rPr>
              <a:t>&amp; </a:t>
            </a:r>
            <a:r>
              <a:rPr lang="en-US" sz="1600" b="1" i="1">
                <a:latin typeface="Arial" charset="0"/>
                <a:ea typeface="宋体" pitchFamily="2" charset="-122"/>
                <a:cs typeface="Arial" charset="0"/>
              </a:rPr>
              <a:t>Wahi</a:t>
            </a:r>
          </a:p>
        </p:txBody>
      </p:sp>
      <p:sp>
        <p:nvSpPr>
          <p:cNvPr id="65546" name="Text Box 10"/>
          <p:cNvSpPr txBox="1">
            <a:spLocks noChangeArrowheads="1"/>
          </p:cNvSpPr>
          <p:nvPr/>
        </p:nvSpPr>
        <p:spPr bwMode="auto">
          <a:xfrm>
            <a:off x="3429000" y="3721100"/>
            <a:ext cx="2057400" cy="336550"/>
          </a:xfrm>
          <a:prstGeom prst="rect">
            <a:avLst/>
          </a:prstGeom>
          <a:noFill/>
          <a:ln w="9525" algn="ctr">
            <a:noFill/>
            <a:miter lim="800000"/>
            <a:headEnd/>
            <a:tailEnd/>
          </a:ln>
          <a:effectLst/>
        </p:spPr>
        <p:txBody>
          <a:bodyPr>
            <a:spAutoFit/>
          </a:bodyPr>
          <a:lstStyle/>
          <a:p>
            <a:pPr marL="342900" indent="-342900" algn="ctr" eaLnBrk="1" hangingPunct="1">
              <a:spcBef>
                <a:spcPct val="20000"/>
              </a:spcBef>
            </a:pPr>
            <a:r>
              <a:rPr lang="en-US" sz="1600" b="1">
                <a:latin typeface="Arial" charset="0"/>
                <a:ea typeface="宋体" pitchFamily="2" charset="-122"/>
                <a:cs typeface="Arial" charset="0"/>
              </a:rPr>
              <a:t>Universal Values</a:t>
            </a:r>
          </a:p>
        </p:txBody>
      </p:sp>
      <p:sp>
        <p:nvSpPr>
          <p:cNvPr id="65547" name="Text Box 11"/>
          <p:cNvSpPr txBox="1">
            <a:spLocks noChangeArrowheads="1"/>
          </p:cNvSpPr>
          <p:nvPr/>
        </p:nvSpPr>
        <p:spPr bwMode="auto">
          <a:xfrm>
            <a:off x="3429000" y="5311775"/>
            <a:ext cx="2057400" cy="630238"/>
          </a:xfrm>
          <a:prstGeom prst="rect">
            <a:avLst/>
          </a:prstGeom>
          <a:noFill/>
          <a:ln w="9525" algn="ctr">
            <a:noFill/>
            <a:miter lim="800000"/>
            <a:headEnd/>
            <a:tailEnd/>
          </a:ln>
          <a:effectLst/>
        </p:spPr>
        <p:txBody>
          <a:bodyPr>
            <a:spAutoFit/>
          </a:bodyPr>
          <a:lstStyle/>
          <a:p>
            <a:pPr marL="342900" indent="-342900" algn="ctr" eaLnBrk="1" hangingPunct="1">
              <a:spcBef>
                <a:spcPct val="20000"/>
              </a:spcBef>
            </a:pPr>
            <a:r>
              <a:rPr lang="en-US" sz="1600" b="1">
                <a:latin typeface="Arial" charset="0"/>
                <a:ea typeface="宋体" pitchFamily="2" charset="-122"/>
                <a:cs typeface="Arial" charset="0"/>
              </a:rPr>
              <a:t>Social Customs</a:t>
            </a:r>
          </a:p>
          <a:p>
            <a:pPr marL="342900" indent="-342900" algn="ctr" eaLnBrk="1" hangingPunct="1">
              <a:spcBef>
                <a:spcPct val="20000"/>
              </a:spcBef>
            </a:pPr>
            <a:r>
              <a:rPr lang="en-US" sz="1600" b="1">
                <a:latin typeface="Arial" charset="0"/>
                <a:ea typeface="宋体" pitchFamily="2" charset="-122"/>
                <a:cs typeface="Arial" charset="0"/>
              </a:rPr>
              <a:t>and Behavior</a:t>
            </a:r>
          </a:p>
        </p:txBody>
      </p:sp>
      <p:sp>
        <p:nvSpPr>
          <p:cNvPr id="65548" name="AutoShape 12"/>
          <p:cNvSpPr>
            <a:spLocks noChangeArrowheads="1"/>
          </p:cNvSpPr>
          <p:nvPr/>
        </p:nvSpPr>
        <p:spPr bwMode="auto">
          <a:xfrm rot="10800000">
            <a:off x="4343400" y="2716213"/>
            <a:ext cx="228600" cy="533400"/>
          </a:xfrm>
          <a:prstGeom prst="upArrow">
            <a:avLst>
              <a:gd name="adj1" fmla="val 50000"/>
              <a:gd name="adj2" fmla="val 58333"/>
            </a:avLst>
          </a:prstGeom>
          <a:solidFill>
            <a:schemeClr val="tx1"/>
          </a:solidFill>
          <a:ln w="9525" algn="ctr">
            <a:noFill/>
            <a:miter lim="800000"/>
            <a:headEnd/>
            <a:tailEnd/>
          </a:ln>
          <a:effectLst/>
        </p:spPr>
        <p:txBody>
          <a:bodyPr wrap="none" anchor="ctr"/>
          <a:lstStyle/>
          <a:p>
            <a:endParaRPr lang="en-US"/>
          </a:p>
        </p:txBody>
      </p:sp>
      <p:sp>
        <p:nvSpPr>
          <p:cNvPr id="65549" name="AutoShape 13"/>
          <p:cNvSpPr>
            <a:spLocks noChangeArrowheads="1"/>
          </p:cNvSpPr>
          <p:nvPr/>
        </p:nvSpPr>
        <p:spPr bwMode="auto">
          <a:xfrm rot="10800000">
            <a:off x="4343400" y="4621213"/>
            <a:ext cx="228600" cy="457200"/>
          </a:xfrm>
          <a:prstGeom prst="upArrow">
            <a:avLst>
              <a:gd name="adj1" fmla="val 50000"/>
              <a:gd name="adj2" fmla="val 50000"/>
            </a:avLst>
          </a:prstGeom>
          <a:solidFill>
            <a:schemeClr val="tx1"/>
          </a:solidFill>
          <a:ln w="9525" algn="ctr">
            <a:noFill/>
            <a:miter lim="800000"/>
            <a:headEnd/>
            <a:tailEnd/>
          </a:ln>
          <a:effectLst/>
        </p:spPr>
        <p:txBody>
          <a:bodyPr wrap="none" anchor="ctr"/>
          <a:lstStyle/>
          <a:p>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Date Placeholder 1"/>
          <p:cNvSpPr>
            <a:spLocks noGrp="1"/>
          </p:cNvSpPr>
          <p:nvPr>
            <p:ph type="dt" sz="half" idx="10"/>
          </p:nvPr>
        </p:nvSpPr>
        <p:spPr/>
        <p:txBody>
          <a:bodyPr/>
          <a:lstStyle/>
          <a:p>
            <a:fld id="{10145DCE-9C13-4B03-9064-8575627A4457}" type="datetime6">
              <a:rPr lang="en-US"/>
              <a:pPr/>
              <a:t>April 13</a:t>
            </a:fld>
            <a:endParaRPr lang="en-US"/>
          </a:p>
        </p:txBody>
      </p:sp>
      <p:sp>
        <p:nvSpPr>
          <p:cNvPr id="66" name="Slide Number Placeholder 3"/>
          <p:cNvSpPr>
            <a:spLocks noGrp="1"/>
          </p:cNvSpPr>
          <p:nvPr>
            <p:ph type="sldNum" sz="quarter" idx="12"/>
          </p:nvPr>
        </p:nvSpPr>
        <p:spPr/>
        <p:txBody>
          <a:bodyPr/>
          <a:lstStyle/>
          <a:p>
            <a:fld id="{AE88AC39-58D5-46AB-8D0F-506B41A56BD6}" type="slidenum">
              <a:rPr lang="en-US"/>
              <a:pPr/>
              <a:t>19</a:t>
            </a:fld>
            <a:endParaRPr lang="en-US"/>
          </a:p>
        </p:txBody>
      </p:sp>
      <p:pic>
        <p:nvPicPr>
          <p:cNvPr id="25604" name="Picture 4" descr="Vortec space"/>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25605" name="Oval 5" descr="Water droplets"/>
          <p:cNvSpPr>
            <a:spLocks noChangeArrowheads="1"/>
          </p:cNvSpPr>
          <p:nvPr/>
        </p:nvSpPr>
        <p:spPr bwMode="auto">
          <a:xfrm>
            <a:off x="2616200" y="1981200"/>
            <a:ext cx="3784600" cy="2873375"/>
          </a:xfrm>
          <a:prstGeom prst="ellipse">
            <a:avLst/>
          </a:prstGeom>
          <a:blipFill dpi="0" rotWithShape="1">
            <a:blip r:embed="rId3" cstate="print">
              <a:alphaModFix amt="20000"/>
            </a:blip>
            <a:srcRect/>
            <a:tile tx="0" ty="0" sx="100000" sy="100000" flip="none" algn="tl"/>
          </a:blipFill>
          <a:ln w="9525">
            <a:noFill/>
            <a:round/>
            <a:headEnd/>
            <a:tailEnd/>
          </a:ln>
          <a:effectLst/>
        </p:spPr>
        <p:txBody>
          <a:bodyPr wrap="none" anchor="ctr"/>
          <a:lstStyle/>
          <a:p>
            <a:endParaRPr lang="en-US"/>
          </a:p>
        </p:txBody>
      </p:sp>
      <p:sp>
        <p:nvSpPr>
          <p:cNvPr id="25606" name="Text Box 6"/>
          <p:cNvSpPr txBox="1">
            <a:spLocks noChangeArrowheads="1"/>
          </p:cNvSpPr>
          <p:nvPr/>
        </p:nvSpPr>
        <p:spPr bwMode="auto">
          <a:xfrm>
            <a:off x="2919413" y="2314575"/>
            <a:ext cx="3073400" cy="2149475"/>
          </a:xfrm>
          <a:prstGeom prst="rect">
            <a:avLst/>
          </a:prstGeom>
          <a:noFill/>
          <a:ln w="9525">
            <a:noFill/>
            <a:miter lim="800000"/>
            <a:headEnd/>
            <a:tailEnd/>
          </a:ln>
          <a:effectLst/>
        </p:spPr>
        <p:txBody>
          <a:bodyPr>
            <a:spAutoFit/>
          </a:bodyPr>
          <a:lstStyle/>
          <a:p>
            <a:pPr algn="ctr" eaLnBrk="1" hangingPunct="1"/>
            <a:r>
              <a:rPr lang="en-US" sz="4500" b="1">
                <a:solidFill>
                  <a:schemeClr val="bg1"/>
                </a:solidFill>
                <a:latin typeface="Arial" charset="0"/>
                <a:cs typeface="Arial" charset="0"/>
              </a:rPr>
              <a:t>Outcome of Good Conduct</a:t>
            </a:r>
          </a:p>
        </p:txBody>
      </p:sp>
      <p:grpSp>
        <p:nvGrpSpPr>
          <p:cNvPr id="25607" name="Group 7"/>
          <p:cNvGrpSpPr>
            <a:grpSpLocks/>
          </p:cNvGrpSpPr>
          <p:nvPr/>
        </p:nvGrpSpPr>
        <p:grpSpPr bwMode="auto">
          <a:xfrm>
            <a:off x="7391400" y="1778000"/>
            <a:ext cx="1752600" cy="1517650"/>
            <a:chOff x="3984" y="384"/>
            <a:chExt cx="1104" cy="956"/>
          </a:xfrm>
        </p:grpSpPr>
        <p:grpSp>
          <p:nvGrpSpPr>
            <p:cNvPr id="25608" name="Group 8"/>
            <p:cNvGrpSpPr>
              <a:grpSpLocks/>
            </p:cNvGrpSpPr>
            <p:nvPr/>
          </p:nvGrpSpPr>
          <p:grpSpPr bwMode="auto">
            <a:xfrm>
              <a:off x="3984" y="384"/>
              <a:ext cx="1104" cy="956"/>
              <a:chOff x="814" y="363"/>
              <a:chExt cx="1104" cy="956"/>
            </a:xfrm>
          </p:grpSpPr>
          <p:sp>
            <p:nvSpPr>
              <p:cNvPr id="25609" name="_s1036"/>
              <p:cNvSpPr>
                <a:spLocks noChangeArrowheads="1" noTextEdit="1"/>
              </p:cNvSpPr>
              <p:nvPr/>
            </p:nvSpPr>
            <p:spPr bwMode="auto">
              <a:xfrm>
                <a:off x="814" y="363"/>
                <a:ext cx="1104" cy="956"/>
              </a:xfrm>
              <a:prstGeom prst="ellipse">
                <a:avLst/>
              </a:prstGeom>
              <a:solidFill>
                <a:srgbClr val="1A0FFF">
                  <a:alpha val="50000"/>
                </a:srgbClr>
              </a:solidFill>
              <a:ln w="9525">
                <a:noFill/>
                <a:round/>
                <a:headEnd/>
                <a:tailEnd/>
              </a:ln>
              <a:effectLst>
                <a:prstShdw prst="shdw18" dist="17961" dir="13500000">
                  <a:srgbClr val="1A0FFF">
                    <a:gamma/>
                    <a:shade val="60000"/>
                    <a:invGamma/>
                  </a:srgbClr>
                </a:prstShdw>
              </a:effectLst>
            </p:spPr>
            <p:txBody>
              <a:bodyPr anchor="ctr"/>
              <a:lstStyle/>
              <a:p>
                <a:endParaRPr lang="en-US"/>
              </a:p>
            </p:txBody>
          </p:sp>
          <p:sp>
            <p:nvSpPr>
              <p:cNvPr id="25610" name="Text Box 10"/>
              <p:cNvSpPr txBox="1">
                <a:spLocks noChangeArrowheads="1"/>
              </p:cNvSpPr>
              <p:nvPr/>
            </p:nvSpPr>
            <p:spPr bwMode="auto">
              <a:xfrm>
                <a:off x="859" y="640"/>
                <a:ext cx="1034"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Sympathy</a:t>
                </a:r>
              </a:p>
            </p:txBody>
          </p:sp>
        </p:grpSp>
        <p:pic>
          <p:nvPicPr>
            <p:cNvPr id="25611" name="Picture 11"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r="850" b="91129"/>
            <a:stretch>
              <a:fillRect/>
            </a:stretch>
          </p:blipFill>
          <p:spPr bwMode="auto">
            <a:xfrm>
              <a:off x="4042" y="816"/>
              <a:ext cx="672" cy="430"/>
            </a:xfrm>
            <a:prstGeom prst="rect">
              <a:avLst/>
            </a:prstGeom>
            <a:noFill/>
          </p:spPr>
        </p:pic>
      </p:grpSp>
      <p:grpSp>
        <p:nvGrpSpPr>
          <p:cNvPr id="25612" name="Group 12"/>
          <p:cNvGrpSpPr>
            <a:grpSpLocks/>
          </p:cNvGrpSpPr>
          <p:nvPr/>
        </p:nvGrpSpPr>
        <p:grpSpPr bwMode="auto">
          <a:xfrm>
            <a:off x="7439025" y="3427413"/>
            <a:ext cx="1704975" cy="1576387"/>
            <a:chOff x="4551" y="1263"/>
            <a:chExt cx="1074" cy="993"/>
          </a:xfrm>
        </p:grpSpPr>
        <p:grpSp>
          <p:nvGrpSpPr>
            <p:cNvPr id="25613" name="Group 13"/>
            <p:cNvGrpSpPr>
              <a:grpSpLocks/>
            </p:cNvGrpSpPr>
            <p:nvPr/>
          </p:nvGrpSpPr>
          <p:grpSpPr bwMode="auto">
            <a:xfrm>
              <a:off x="4551" y="1263"/>
              <a:ext cx="1074" cy="944"/>
              <a:chOff x="192" y="1120"/>
              <a:chExt cx="1074" cy="944"/>
            </a:xfrm>
          </p:grpSpPr>
          <p:sp>
            <p:nvSpPr>
              <p:cNvPr id="25614" name="_s1034"/>
              <p:cNvSpPr>
                <a:spLocks noChangeArrowheads="1" noTextEdit="1"/>
              </p:cNvSpPr>
              <p:nvPr/>
            </p:nvSpPr>
            <p:spPr bwMode="auto">
              <a:xfrm>
                <a:off x="192" y="1120"/>
                <a:ext cx="1074" cy="944"/>
              </a:xfrm>
              <a:prstGeom prst="ellipse">
                <a:avLst/>
              </a:prstGeom>
              <a:solidFill>
                <a:srgbClr val="CC9900">
                  <a:alpha val="50000"/>
                </a:srgbClr>
              </a:solidFill>
              <a:ln w="9525">
                <a:noFill/>
                <a:round/>
                <a:headEnd/>
                <a:tailEnd/>
              </a:ln>
              <a:effectLst>
                <a:prstShdw prst="shdw18" dist="17961" dir="13500000">
                  <a:srgbClr val="CC9900">
                    <a:gamma/>
                    <a:shade val="60000"/>
                    <a:invGamma/>
                  </a:srgbClr>
                </a:prstShdw>
              </a:effectLst>
            </p:spPr>
            <p:txBody>
              <a:bodyPr anchor="ctr"/>
              <a:lstStyle/>
              <a:p>
                <a:endParaRPr lang="en-US"/>
              </a:p>
            </p:txBody>
          </p:sp>
          <p:sp>
            <p:nvSpPr>
              <p:cNvPr id="25615" name="Text Box 15"/>
              <p:cNvSpPr txBox="1">
                <a:spLocks noChangeArrowheads="1"/>
              </p:cNvSpPr>
              <p:nvPr/>
            </p:nvSpPr>
            <p:spPr bwMode="auto">
              <a:xfrm>
                <a:off x="220" y="1430"/>
                <a:ext cx="1023"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Tolerance</a:t>
                </a:r>
              </a:p>
            </p:txBody>
          </p:sp>
        </p:grpSp>
        <p:pic>
          <p:nvPicPr>
            <p:cNvPr id="25616" name="Picture 16"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l="6796" t="8435" r="-27187" b="82693"/>
            <a:stretch>
              <a:fillRect/>
            </a:stretch>
          </p:blipFill>
          <p:spPr bwMode="auto">
            <a:xfrm>
              <a:off x="4608" y="1826"/>
              <a:ext cx="815" cy="430"/>
            </a:xfrm>
            <a:prstGeom prst="rect">
              <a:avLst/>
            </a:prstGeom>
            <a:noFill/>
          </p:spPr>
        </p:pic>
      </p:grpSp>
      <p:grpSp>
        <p:nvGrpSpPr>
          <p:cNvPr id="25617" name="Group 17"/>
          <p:cNvGrpSpPr>
            <a:grpSpLocks/>
          </p:cNvGrpSpPr>
          <p:nvPr/>
        </p:nvGrpSpPr>
        <p:grpSpPr bwMode="auto">
          <a:xfrm>
            <a:off x="6415088" y="4733925"/>
            <a:ext cx="1828800" cy="1498600"/>
            <a:chOff x="4512" y="2208"/>
            <a:chExt cx="1152" cy="944"/>
          </a:xfrm>
        </p:grpSpPr>
        <p:grpSp>
          <p:nvGrpSpPr>
            <p:cNvPr id="25618" name="Group 18"/>
            <p:cNvGrpSpPr>
              <a:grpSpLocks/>
            </p:cNvGrpSpPr>
            <p:nvPr/>
          </p:nvGrpSpPr>
          <p:grpSpPr bwMode="auto">
            <a:xfrm>
              <a:off x="4512" y="2208"/>
              <a:ext cx="1152" cy="944"/>
              <a:chOff x="48" y="2080"/>
              <a:chExt cx="1152" cy="944"/>
            </a:xfrm>
          </p:grpSpPr>
          <p:sp>
            <p:nvSpPr>
              <p:cNvPr id="25619" name="_s1032"/>
              <p:cNvSpPr>
                <a:spLocks noChangeArrowheads="1" noTextEdit="1"/>
              </p:cNvSpPr>
              <p:nvPr/>
            </p:nvSpPr>
            <p:spPr bwMode="auto">
              <a:xfrm>
                <a:off x="48" y="2080"/>
                <a:ext cx="1152" cy="944"/>
              </a:xfrm>
              <a:prstGeom prst="ellipse">
                <a:avLst/>
              </a:prstGeom>
              <a:solidFill>
                <a:srgbClr val="F1FD09">
                  <a:alpha val="50000"/>
                </a:srgbClr>
              </a:solidFill>
              <a:ln w="9525">
                <a:noFill/>
                <a:round/>
                <a:headEnd/>
                <a:tailEnd/>
              </a:ln>
              <a:effectLst>
                <a:prstShdw prst="shdw18" dist="17961" dir="13500000">
                  <a:srgbClr val="F1FD09">
                    <a:gamma/>
                    <a:shade val="60000"/>
                    <a:invGamma/>
                  </a:srgbClr>
                </a:prstShdw>
              </a:effectLst>
            </p:spPr>
            <p:txBody>
              <a:bodyPr anchor="ctr"/>
              <a:lstStyle/>
              <a:p>
                <a:endParaRPr lang="en-US"/>
              </a:p>
            </p:txBody>
          </p:sp>
          <p:sp>
            <p:nvSpPr>
              <p:cNvPr id="25620" name="Text Box 20"/>
              <p:cNvSpPr txBox="1">
                <a:spLocks noChangeArrowheads="1"/>
              </p:cNvSpPr>
              <p:nvPr/>
            </p:nvSpPr>
            <p:spPr bwMode="auto">
              <a:xfrm>
                <a:off x="185" y="2388"/>
                <a:ext cx="864" cy="288"/>
              </a:xfrm>
              <a:prstGeom prst="rect">
                <a:avLst/>
              </a:prstGeom>
              <a:noFill/>
              <a:ln w="9525">
                <a:noFill/>
                <a:miter lim="800000"/>
                <a:headEnd/>
                <a:tailEnd/>
              </a:ln>
              <a:effectLst/>
            </p:spPr>
            <p:txBody>
              <a:bodyPr wrap="none">
                <a:spAutoFit/>
              </a:bodyPr>
              <a:lstStyle/>
              <a:p>
                <a:pPr algn="ctr" eaLnBrk="1" hangingPunct="1"/>
                <a:r>
                  <a:rPr lang="en-US" sz="2400" b="1">
                    <a:latin typeface="Arial" charset="0"/>
                    <a:cs typeface="Arial" charset="0"/>
                  </a:rPr>
                  <a:t>Respect</a:t>
                </a:r>
              </a:p>
            </p:txBody>
          </p:sp>
        </p:grpSp>
        <p:pic>
          <p:nvPicPr>
            <p:cNvPr id="25621" name="Picture 21" descr="b"/>
            <p:cNvPicPr>
              <a:picLocks noChangeAspect="1" noChangeArrowheads="1"/>
            </p:cNvPicPr>
            <p:nvPr/>
          </p:nvPicPr>
          <p:blipFill>
            <a:blip r:embed="rId4" cstate="print">
              <a:clrChange>
                <a:clrFrom>
                  <a:srgbClr val="FFFFFF"/>
                </a:clrFrom>
                <a:clrTo>
                  <a:srgbClr val="FFFFFF">
                    <a:alpha val="0"/>
                  </a:srgbClr>
                </a:clrTo>
              </a:clrChange>
            </a:blip>
            <a:srcRect t="17825" r="-6232" b="74252"/>
            <a:stretch>
              <a:fillRect/>
            </a:stretch>
          </p:blipFill>
          <p:spPr bwMode="auto">
            <a:xfrm>
              <a:off x="4590" y="2733"/>
              <a:ext cx="720" cy="384"/>
            </a:xfrm>
            <a:prstGeom prst="rect">
              <a:avLst/>
            </a:prstGeom>
            <a:noFill/>
          </p:spPr>
        </p:pic>
      </p:grpSp>
      <p:grpSp>
        <p:nvGrpSpPr>
          <p:cNvPr id="25622" name="Group 22"/>
          <p:cNvGrpSpPr>
            <a:grpSpLocks/>
          </p:cNvGrpSpPr>
          <p:nvPr/>
        </p:nvGrpSpPr>
        <p:grpSpPr bwMode="auto">
          <a:xfrm>
            <a:off x="2701925" y="5349875"/>
            <a:ext cx="1870075" cy="1497013"/>
            <a:chOff x="2880" y="3328"/>
            <a:chExt cx="1178" cy="943"/>
          </a:xfrm>
        </p:grpSpPr>
        <p:grpSp>
          <p:nvGrpSpPr>
            <p:cNvPr id="25623" name="Group 23"/>
            <p:cNvGrpSpPr>
              <a:grpSpLocks/>
            </p:cNvGrpSpPr>
            <p:nvPr/>
          </p:nvGrpSpPr>
          <p:grpSpPr bwMode="auto">
            <a:xfrm>
              <a:off x="2906" y="3328"/>
              <a:ext cx="1152" cy="943"/>
              <a:chOff x="1680" y="3360"/>
              <a:chExt cx="1152" cy="943"/>
            </a:xfrm>
          </p:grpSpPr>
          <p:sp>
            <p:nvSpPr>
              <p:cNvPr id="25624" name="_s1032"/>
              <p:cNvSpPr>
                <a:spLocks noChangeArrowheads="1" noTextEdit="1"/>
              </p:cNvSpPr>
              <p:nvPr/>
            </p:nvSpPr>
            <p:spPr bwMode="auto">
              <a:xfrm>
                <a:off x="1680" y="3360"/>
                <a:ext cx="1152" cy="943"/>
              </a:xfrm>
              <a:prstGeom prst="ellipse">
                <a:avLst/>
              </a:prstGeom>
              <a:solidFill>
                <a:srgbClr val="FFCC66">
                  <a:alpha val="50000"/>
                </a:srgbClr>
              </a:solidFill>
              <a:ln w="9525">
                <a:noFill/>
                <a:round/>
                <a:headEnd/>
                <a:tailEnd/>
              </a:ln>
              <a:effectLst>
                <a:prstShdw prst="shdw17" dist="17961" dir="2700000">
                  <a:srgbClr val="FFCC66">
                    <a:gamma/>
                    <a:shade val="60000"/>
                    <a:invGamma/>
                  </a:srgbClr>
                </a:prstShdw>
              </a:effectLst>
            </p:spPr>
            <p:txBody>
              <a:bodyPr anchor="ctr"/>
              <a:lstStyle/>
              <a:p>
                <a:endParaRPr lang="en-US"/>
              </a:p>
            </p:txBody>
          </p:sp>
          <p:sp>
            <p:nvSpPr>
              <p:cNvPr id="25625" name="Text Box 25"/>
              <p:cNvSpPr txBox="1">
                <a:spLocks noChangeArrowheads="1"/>
              </p:cNvSpPr>
              <p:nvPr/>
            </p:nvSpPr>
            <p:spPr bwMode="auto">
              <a:xfrm>
                <a:off x="1928" y="3683"/>
                <a:ext cx="672" cy="288"/>
              </a:xfrm>
              <a:prstGeom prst="rect">
                <a:avLst/>
              </a:prstGeom>
              <a:noFill/>
              <a:ln w="9525">
                <a:noFill/>
                <a:miter lim="800000"/>
                <a:headEnd/>
                <a:tailEnd/>
              </a:ln>
              <a:effectLst/>
            </p:spPr>
            <p:txBody>
              <a:bodyPr wrap="none">
                <a:spAutoFit/>
              </a:bodyPr>
              <a:lstStyle/>
              <a:p>
                <a:pPr marL="342900" indent="-342900" algn="ctr" eaLnBrk="1" hangingPunct="1"/>
                <a:r>
                  <a:rPr lang="en-US" sz="2400" b="1">
                    <a:latin typeface="Arial" charset="0"/>
                    <a:cs typeface="Arial" charset="0"/>
                  </a:rPr>
                  <a:t>Peace</a:t>
                </a:r>
              </a:p>
            </p:txBody>
          </p:sp>
        </p:grpSp>
        <p:pic>
          <p:nvPicPr>
            <p:cNvPr id="25626" name="Picture 26"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t="33624" r="-13593" b="59406"/>
            <a:stretch>
              <a:fillRect/>
            </a:stretch>
          </p:blipFill>
          <p:spPr bwMode="auto">
            <a:xfrm>
              <a:off x="2880" y="3838"/>
              <a:ext cx="770" cy="338"/>
            </a:xfrm>
            <a:prstGeom prst="rect">
              <a:avLst/>
            </a:prstGeom>
            <a:noFill/>
          </p:spPr>
        </p:pic>
      </p:grpSp>
      <p:grpSp>
        <p:nvGrpSpPr>
          <p:cNvPr id="25627" name="Group 27"/>
          <p:cNvGrpSpPr>
            <a:grpSpLocks/>
          </p:cNvGrpSpPr>
          <p:nvPr/>
        </p:nvGrpSpPr>
        <p:grpSpPr bwMode="auto">
          <a:xfrm>
            <a:off x="661988" y="5003800"/>
            <a:ext cx="2028825" cy="1497013"/>
            <a:chOff x="3954" y="3072"/>
            <a:chExt cx="1278" cy="943"/>
          </a:xfrm>
        </p:grpSpPr>
        <p:grpSp>
          <p:nvGrpSpPr>
            <p:cNvPr id="25628" name="Group 28"/>
            <p:cNvGrpSpPr>
              <a:grpSpLocks/>
            </p:cNvGrpSpPr>
            <p:nvPr/>
          </p:nvGrpSpPr>
          <p:grpSpPr bwMode="auto">
            <a:xfrm>
              <a:off x="3954" y="3072"/>
              <a:ext cx="1278" cy="943"/>
              <a:chOff x="498" y="2945"/>
              <a:chExt cx="1278" cy="943"/>
            </a:xfrm>
          </p:grpSpPr>
          <p:sp>
            <p:nvSpPr>
              <p:cNvPr id="25629" name="_s1030"/>
              <p:cNvSpPr>
                <a:spLocks noChangeArrowheads="1" noTextEdit="1"/>
              </p:cNvSpPr>
              <p:nvPr/>
            </p:nvSpPr>
            <p:spPr bwMode="auto">
              <a:xfrm>
                <a:off x="554" y="2945"/>
                <a:ext cx="1174" cy="943"/>
              </a:xfrm>
              <a:prstGeom prst="ellipse">
                <a:avLst/>
              </a:prstGeom>
              <a:solidFill>
                <a:srgbClr val="F60802">
                  <a:alpha val="50000"/>
                </a:srgbClr>
              </a:solidFill>
              <a:ln w="9525">
                <a:noFill/>
                <a:round/>
                <a:headEnd/>
                <a:tailEnd/>
              </a:ln>
              <a:effectLst>
                <a:prstShdw prst="shdw18" dist="17961" dir="13500000">
                  <a:srgbClr val="F60802">
                    <a:gamma/>
                    <a:shade val="60000"/>
                    <a:invGamma/>
                  </a:srgbClr>
                </a:prstShdw>
              </a:effectLst>
            </p:spPr>
            <p:txBody>
              <a:bodyPr anchor="ctr"/>
              <a:lstStyle/>
              <a:p>
                <a:endParaRPr lang="en-US"/>
              </a:p>
            </p:txBody>
          </p:sp>
          <p:sp>
            <p:nvSpPr>
              <p:cNvPr id="25630" name="Text Box 30"/>
              <p:cNvSpPr txBox="1">
                <a:spLocks noChangeArrowheads="1"/>
              </p:cNvSpPr>
              <p:nvPr/>
            </p:nvSpPr>
            <p:spPr bwMode="auto">
              <a:xfrm>
                <a:off x="498" y="3257"/>
                <a:ext cx="1278" cy="288"/>
              </a:xfrm>
              <a:prstGeom prst="rect">
                <a:avLst/>
              </a:prstGeom>
              <a:noFill/>
              <a:ln w="9525">
                <a:noFill/>
                <a:miter lim="800000"/>
                <a:headEnd/>
                <a:tailEnd/>
              </a:ln>
              <a:effectLst/>
            </p:spPr>
            <p:txBody>
              <a:bodyPr wrap="none">
                <a:spAutoFit/>
              </a:bodyPr>
              <a:lstStyle/>
              <a:p>
                <a:pPr algn="ctr" eaLnBrk="1" hangingPunct="1"/>
                <a:r>
                  <a:rPr lang="en-US" sz="2400" b="1">
                    <a:solidFill>
                      <a:schemeClr val="bg1"/>
                    </a:solidFill>
                    <a:latin typeface="Arial" charset="0"/>
                    <a:cs typeface="Arial" charset="0"/>
                  </a:rPr>
                  <a:t>Brotherhood</a:t>
                </a:r>
              </a:p>
            </p:txBody>
          </p:sp>
        </p:grpSp>
        <p:pic>
          <p:nvPicPr>
            <p:cNvPr id="25631" name="Picture 31"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t="23763" r="-13593" b="67366"/>
            <a:stretch>
              <a:fillRect/>
            </a:stretch>
          </p:blipFill>
          <p:spPr bwMode="auto">
            <a:xfrm>
              <a:off x="4080" y="3521"/>
              <a:ext cx="770" cy="430"/>
            </a:xfrm>
            <a:prstGeom prst="rect">
              <a:avLst/>
            </a:prstGeom>
            <a:noFill/>
          </p:spPr>
        </p:pic>
      </p:grpSp>
      <p:grpSp>
        <p:nvGrpSpPr>
          <p:cNvPr id="25632" name="Group 32"/>
          <p:cNvGrpSpPr>
            <a:grpSpLocks/>
          </p:cNvGrpSpPr>
          <p:nvPr/>
        </p:nvGrpSpPr>
        <p:grpSpPr bwMode="auto">
          <a:xfrm>
            <a:off x="2651125" y="47625"/>
            <a:ext cx="1828800" cy="1500188"/>
            <a:chOff x="1728" y="3327"/>
            <a:chExt cx="1152" cy="945"/>
          </a:xfrm>
        </p:grpSpPr>
        <p:grpSp>
          <p:nvGrpSpPr>
            <p:cNvPr id="25633" name="Group 33"/>
            <p:cNvGrpSpPr>
              <a:grpSpLocks/>
            </p:cNvGrpSpPr>
            <p:nvPr/>
          </p:nvGrpSpPr>
          <p:grpSpPr bwMode="auto">
            <a:xfrm>
              <a:off x="1728" y="3327"/>
              <a:ext cx="1152" cy="945"/>
              <a:chOff x="2880" y="3408"/>
              <a:chExt cx="1152" cy="945"/>
            </a:xfrm>
          </p:grpSpPr>
          <p:sp>
            <p:nvSpPr>
              <p:cNvPr id="25634" name="_s1032"/>
              <p:cNvSpPr>
                <a:spLocks noChangeArrowheads="1" noTextEdit="1"/>
              </p:cNvSpPr>
              <p:nvPr/>
            </p:nvSpPr>
            <p:spPr bwMode="auto">
              <a:xfrm>
                <a:off x="2880" y="3408"/>
                <a:ext cx="1152" cy="945"/>
              </a:xfrm>
              <a:prstGeom prst="ellipse">
                <a:avLst/>
              </a:prstGeom>
              <a:solidFill>
                <a:srgbClr val="9900CC">
                  <a:alpha val="50000"/>
                </a:srgbClr>
              </a:solidFill>
              <a:ln w="9525">
                <a:noFill/>
                <a:round/>
                <a:headEnd/>
                <a:tailEnd/>
              </a:ln>
              <a:effectLst>
                <a:prstShdw prst="shdw17" dist="17961" dir="2700000">
                  <a:srgbClr val="9900CC">
                    <a:gamma/>
                    <a:shade val="60000"/>
                    <a:invGamma/>
                  </a:srgbClr>
                </a:prstShdw>
              </a:effectLst>
            </p:spPr>
            <p:txBody>
              <a:bodyPr anchor="ctr"/>
              <a:lstStyle/>
              <a:p>
                <a:endParaRPr lang="en-US"/>
              </a:p>
            </p:txBody>
          </p:sp>
          <p:sp>
            <p:nvSpPr>
              <p:cNvPr id="25635" name="Text Box 35"/>
              <p:cNvSpPr txBox="1">
                <a:spLocks noChangeArrowheads="1"/>
              </p:cNvSpPr>
              <p:nvPr/>
            </p:nvSpPr>
            <p:spPr bwMode="auto">
              <a:xfrm>
                <a:off x="3062" y="3744"/>
                <a:ext cx="778"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Justice</a:t>
                </a:r>
              </a:p>
            </p:txBody>
          </p:sp>
        </p:grpSp>
        <p:pic>
          <p:nvPicPr>
            <p:cNvPr id="25636" name="Picture 36"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t="42532" r="-20380" b="50539"/>
            <a:stretch>
              <a:fillRect/>
            </a:stretch>
          </p:blipFill>
          <p:spPr bwMode="auto">
            <a:xfrm>
              <a:off x="1728" y="3888"/>
              <a:ext cx="816" cy="336"/>
            </a:xfrm>
            <a:prstGeom prst="rect">
              <a:avLst/>
            </a:prstGeom>
            <a:noFill/>
          </p:spPr>
        </p:pic>
      </p:grpSp>
      <p:grpSp>
        <p:nvGrpSpPr>
          <p:cNvPr id="25637" name="Group 37"/>
          <p:cNvGrpSpPr>
            <a:grpSpLocks/>
          </p:cNvGrpSpPr>
          <p:nvPr/>
        </p:nvGrpSpPr>
        <p:grpSpPr bwMode="auto">
          <a:xfrm>
            <a:off x="1588" y="3582988"/>
            <a:ext cx="1722437" cy="1497012"/>
            <a:chOff x="657" y="3072"/>
            <a:chExt cx="1085" cy="943"/>
          </a:xfrm>
        </p:grpSpPr>
        <p:grpSp>
          <p:nvGrpSpPr>
            <p:cNvPr id="25638" name="Group 38"/>
            <p:cNvGrpSpPr>
              <a:grpSpLocks/>
            </p:cNvGrpSpPr>
            <p:nvPr/>
          </p:nvGrpSpPr>
          <p:grpSpPr bwMode="auto">
            <a:xfrm>
              <a:off x="672" y="3072"/>
              <a:ext cx="1070" cy="943"/>
              <a:chOff x="4017" y="2993"/>
              <a:chExt cx="1070" cy="943"/>
            </a:xfrm>
          </p:grpSpPr>
          <p:sp>
            <p:nvSpPr>
              <p:cNvPr id="25639" name="_s1036"/>
              <p:cNvSpPr>
                <a:spLocks noChangeArrowheads="1" noTextEdit="1"/>
              </p:cNvSpPr>
              <p:nvPr/>
            </p:nvSpPr>
            <p:spPr bwMode="auto">
              <a:xfrm>
                <a:off x="4017" y="2993"/>
                <a:ext cx="1070" cy="943"/>
              </a:xfrm>
              <a:prstGeom prst="ellipse">
                <a:avLst/>
              </a:prstGeom>
              <a:solidFill>
                <a:srgbClr val="FF00FF">
                  <a:alpha val="50000"/>
                </a:srgbClr>
              </a:solidFill>
              <a:ln w="9525">
                <a:noFill/>
                <a:round/>
                <a:headEnd/>
                <a:tailEnd/>
              </a:ln>
              <a:effectLst>
                <a:prstShdw prst="shdw17" dist="17961" dir="2700000">
                  <a:srgbClr val="FF00FF">
                    <a:gamma/>
                    <a:shade val="60000"/>
                    <a:invGamma/>
                  </a:srgbClr>
                </a:prstShdw>
              </a:effectLst>
            </p:spPr>
            <p:txBody>
              <a:bodyPr anchor="ctr"/>
              <a:lstStyle/>
              <a:p>
                <a:endParaRPr lang="en-US"/>
              </a:p>
            </p:txBody>
          </p:sp>
          <p:sp>
            <p:nvSpPr>
              <p:cNvPr id="25640" name="Text Box 40"/>
              <p:cNvSpPr txBox="1">
                <a:spLocks noChangeArrowheads="1"/>
              </p:cNvSpPr>
              <p:nvPr/>
            </p:nvSpPr>
            <p:spPr bwMode="auto">
              <a:xfrm>
                <a:off x="4272" y="3312"/>
                <a:ext cx="596" cy="288"/>
              </a:xfrm>
              <a:prstGeom prst="rect">
                <a:avLst/>
              </a:prstGeom>
              <a:noFill/>
              <a:ln w="9525">
                <a:noFill/>
                <a:miter lim="800000"/>
                <a:headEnd/>
                <a:tailEnd/>
              </a:ln>
              <a:effectLst/>
            </p:spPr>
            <p:txBody>
              <a:bodyPr wrap="none">
                <a:spAutoFit/>
              </a:bodyPr>
              <a:lstStyle/>
              <a:p>
                <a:pPr eaLnBrk="1" hangingPunct="1"/>
                <a:r>
                  <a:rPr lang="en-US" sz="2400" b="1">
                    <a:solidFill>
                      <a:schemeClr val="bg1"/>
                    </a:solidFill>
                    <a:latin typeface="Arial" charset="0"/>
                    <a:cs typeface="Arial" charset="0"/>
                  </a:rPr>
                  <a:t>Unity</a:t>
                </a:r>
              </a:p>
            </p:txBody>
          </p:sp>
        </p:grpSp>
        <p:pic>
          <p:nvPicPr>
            <p:cNvPr id="25641" name="Picture 41"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t="50452" r="-21266" b="42125"/>
            <a:stretch>
              <a:fillRect/>
            </a:stretch>
          </p:blipFill>
          <p:spPr bwMode="auto">
            <a:xfrm>
              <a:off x="657" y="3630"/>
              <a:ext cx="822" cy="360"/>
            </a:xfrm>
            <a:prstGeom prst="rect">
              <a:avLst/>
            </a:prstGeom>
            <a:noFill/>
          </p:spPr>
        </p:pic>
      </p:grpSp>
      <p:grpSp>
        <p:nvGrpSpPr>
          <p:cNvPr id="25642" name="Group 42"/>
          <p:cNvGrpSpPr>
            <a:grpSpLocks/>
          </p:cNvGrpSpPr>
          <p:nvPr/>
        </p:nvGrpSpPr>
        <p:grpSpPr bwMode="auto">
          <a:xfrm>
            <a:off x="4725988" y="5349875"/>
            <a:ext cx="1697037" cy="1497013"/>
            <a:chOff x="115" y="2208"/>
            <a:chExt cx="1069" cy="943"/>
          </a:xfrm>
        </p:grpSpPr>
        <p:grpSp>
          <p:nvGrpSpPr>
            <p:cNvPr id="25643" name="Group 43"/>
            <p:cNvGrpSpPr>
              <a:grpSpLocks/>
            </p:cNvGrpSpPr>
            <p:nvPr/>
          </p:nvGrpSpPr>
          <p:grpSpPr bwMode="auto">
            <a:xfrm>
              <a:off x="115" y="2208"/>
              <a:ext cx="1069" cy="943"/>
              <a:chOff x="4499" y="2160"/>
              <a:chExt cx="1069" cy="943"/>
            </a:xfrm>
          </p:grpSpPr>
          <p:sp>
            <p:nvSpPr>
              <p:cNvPr id="25644" name="_s1036"/>
              <p:cNvSpPr>
                <a:spLocks noChangeArrowheads="1" noTextEdit="1"/>
              </p:cNvSpPr>
              <p:nvPr/>
            </p:nvSpPr>
            <p:spPr bwMode="auto">
              <a:xfrm>
                <a:off x="4499" y="2160"/>
                <a:ext cx="1069" cy="943"/>
              </a:xfrm>
              <a:prstGeom prst="ellipse">
                <a:avLst/>
              </a:prstGeom>
              <a:solidFill>
                <a:srgbClr val="003366">
                  <a:alpha val="50000"/>
                </a:srgbClr>
              </a:solidFill>
              <a:ln w="9525">
                <a:noFill/>
                <a:round/>
                <a:headEnd/>
                <a:tailEnd/>
              </a:ln>
              <a:effectLst>
                <a:prstShdw prst="shdw18" dist="17961" dir="13500000">
                  <a:srgbClr val="003366">
                    <a:gamma/>
                    <a:shade val="60000"/>
                    <a:invGamma/>
                  </a:srgbClr>
                </a:prstShdw>
              </a:effectLst>
            </p:spPr>
            <p:txBody>
              <a:bodyPr anchor="ctr"/>
              <a:lstStyle/>
              <a:p>
                <a:endParaRPr lang="en-US"/>
              </a:p>
            </p:txBody>
          </p:sp>
          <p:sp>
            <p:nvSpPr>
              <p:cNvPr id="25645" name="Text Box 45"/>
              <p:cNvSpPr txBox="1">
                <a:spLocks noChangeArrowheads="1"/>
              </p:cNvSpPr>
              <p:nvPr/>
            </p:nvSpPr>
            <p:spPr bwMode="auto">
              <a:xfrm>
                <a:off x="4598" y="2496"/>
                <a:ext cx="874"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Honesty</a:t>
                </a:r>
              </a:p>
            </p:txBody>
          </p:sp>
        </p:grpSp>
        <p:pic>
          <p:nvPicPr>
            <p:cNvPr id="25646" name="Picture 46"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t="55710" r="-20381" b="35382"/>
            <a:stretch>
              <a:fillRect/>
            </a:stretch>
          </p:blipFill>
          <p:spPr bwMode="auto">
            <a:xfrm>
              <a:off x="255" y="2607"/>
              <a:ext cx="816" cy="432"/>
            </a:xfrm>
            <a:prstGeom prst="rect">
              <a:avLst/>
            </a:prstGeom>
            <a:noFill/>
          </p:spPr>
        </p:pic>
      </p:grpSp>
      <p:grpSp>
        <p:nvGrpSpPr>
          <p:cNvPr id="25647" name="Group 47"/>
          <p:cNvGrpSpPr>
            <a:grpSpLocks/>
          </p:cNvGrpSpPr>
          <p:nvPr/>
        </p:nvGrpSpPr>
        <p:grpSpPr bwMode="auto">
          <a:xfrm>
            <a:off x="152400" y="2005013"/>
            <a:ext cx="1755775" cy="1500187"/>
            <a:chOff x="96" y="1263"/>
            <a:chExt cx="1106" cy="945"/>
          </a:xfrm>
        </p:grpSpPr>
        <p:grpSp>
          <p:nvGrpSpPr>
            <p:cNvPr id="25648" name="Group 48"/>
            <p:cNvGrpSpPr>
              <a:grpSpLocks/>
            </p:cNvGrpSpPr>
            <p:nvPr/>
          </p:nvGrpSpPr>
          <p:grpSpPr bwMode="auto">
            <a:xfrm>
              <a:off x="96" y="1263"/>
              <a:ext cx="1106" cy="945"/>
              <a:chOff x="4472" y="1215"/>
              <a:chExt cx="1106" cy="945"/>
            </a:xfrm>
          </p:grpSpPr>
          <p:sp>
            <p:nvSpPr>
              <p:cNvPr id="25649" name="_s1036"/>
              <p:cNvSpPr>
                <a:spLocks noChangeArrowheads="1" noTextEdit="1"/>
              </p:cNvSpPr>
              <p:nvPr/>
            </p:nvSpPr>
            <p:spPr bwMode="auto">
              <a:xfrm>
                <a:off x="4472" y="1215"/>
                <a:ext cx="1096" cy="945"/>
              </a:xfrm>
              <a:prstGeom prst="ellipse">
                <a:avLst/>
              </a:prstGeom>
              <a:solidFill>
                <a:srgbClr val="003300">
                  <a:alpha val="50000"/>
                </a:srgbClr>
              </a:solidFill>
              <a:ln w="9525">
                <a:noFill/>
                <a:round/>
                <a:headEnd/>
                <a:tailEnd/>
              </a:ln>
              <a:effectLst>
                <a:prstShdw prst="shdw18" dist="17961" dir="13500000">
                  <a:srgbClr val="003300">
                    <a:gamma/>
                    <a:shade val="60000"/>
                    <a:invGamma/>
                  </a:srgbClr>
                </a:prstShdw>
              </a:effectLst>
            </p:spPr>
            <p:txBody>
              <a:bodyPr anchor="ctr"/>
              <a:lstStyle/>
              <a:p>
                <a:endParaRPr lang="en-US"/>
              </a:p>
            </p:txBody>
          </p:sp>
          <p:sp>
            <p:nvSpPr>
              <p:cNvPr id="25650" name="Text Box 50"/>
              <p:cNvSpPr txBox="1">
                <a:spLocks noChangeArrowheads="1"/>
              </p:cNvSpPr>
              <p:nvPr/>
            </p:nvSpPr>
            <p:spPr bwMode="auto">
              <a:xfrm>
                <a:off x="4512" y="1521"/>
                <a:ext cx="1066"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Prosperity</a:t>
                </a:r>
              </a:p>
            </p:txBody>
          </p:sp>
        </p:grpSp>
        <p:pic>
          <p:nvPicPr>
            <p:cNvPr id="25651" name="Picture 51"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t="64618" r="-20381" b="26474"/>
            <a:stretch>
              <a:fillRect/>
            </a:stretch>
          </p:blipFill>
          <p:spPr bwMode="auto">
            <a:xfrm>
              <a:off x="159" y="1728"/>
              <a:ext cx="816" cy="432"/>
            </a:xfrm>
            <a:prstGeom prst="rect">
              <a:avLst/>
            </a:prstGeom>
            <a:noFill/>
          </p:spPr>
        </p:pic>
      </p:grpSp>
      <p:grpSp>
        <p:nvGrpSpPr>
          <p:cNvPr id="25652" name="Group 52"/>
          <p:cNvGrpSpPr>
            <a:grpSpLocks/>
          </p:cNvGrpSpPr>
          <p:nvPr/>
        </p:nvGrpSpPr>
        <p:grpSpPr bwMode="auto">
          <a:xfrm>
            <a:off x="6376988" y="471488"/>
            <a:ext cx="1739900" cy="1651000"/>
            <a:chOff x="680" y="400"/>
            <a:chExt cx="1096" cy="1040"/>
          </a:xfrm>
        </p:grpSpPr>
        <p:grpSp>
          <p:nvGrpSpPr>
            <p:cNvPr id="25653" name="Group 53"/>
            <p:cNvGrpSpPr>
              <a:grpSpLocks/>
            </p:cNvGrpSpPr>
            <p:nvPr/>
          </p:nvGrpSpPr>
          <p:grpSpPr bwMode="auto">
            <a:xfrm>
              <a:off x="680" y="400"/>
              <a:ext cx="1096" cy="924"/>
              <a:chOff x="3905" y="432"/>
              <a:chExt cx="1096" cy="924"/>
            </a:xfrm>
          </p:grpSpPr>
          <p:sp>
            <p:nvSpPr>
              <p:cNvPr id="25654" name="_s1034"/>
              <p:cNvSpPr>
                <a:spLocks noChangeArrowheads="1" noTextEdit="1"/>
              </p:cNvSpPr>
              <p:nvPr/>
            </p:nvSpPr>
            <p:spPr bwMode="auto">
              <a:xfrm>
                <a:off x="3905" y="432"/>
                <a:ext cx="1096" cy="924"/>
              </a:xfrm>
              <a:prstGeom prst="ellipse">
                <a:avLst/>
              </a:prstGeom>
              <a:solidFill>
                <a:srgbClr val="969696">
                  <a:alpha val="50000"/>
                </a:srgbClr>
              </a:solidFill>
              <a:ln w="9525">
                <a:noFill/>
                <a:round/>
                <a:headEnd/>
                <a:tailEnd/>
              </a:ln>
              <a:effectLst>
                <a:prstShdw prst="shdw18" dist="17961" dir="13500000">
                  <a:srgbClr val="969696">
                    <a:gamma/>
                    <a:shade val="60000"/>
                    <a:invGamma/>
                  </a:srgbClr>
                </a:prstShdw>
              </a:effectLst>
            </p:spPr>
            <p:txBody>
              <a:bodyPr anchor="ctr"/>
              <a:lstStyle/>
              <a:p>
                <a:endParaRPr lang="en-US"/>
              </a:p>
            </p:txBody>
          </p:sp>
          <p:sp>
            <p:nvSpPr>
              <p:cNvPr id="25655" name="Text Box 55"/>
              <p:cNvSpPr txBox="1">
                <a:spLocks noChangeArrowheads="1"/>
              </p:cNvSpPr>
              <p:nvPr/>
            </p:nvSpPr>
            <p:spPr bwMode="auto">
              <a:xfrm>
                <a:off x="3990" y="720"/>
                <a:ext cx="949"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Harmony</a:t>
                </a:r>
              </a:p>
            </p:txBody>
          </p:sp>
        </p:grpSp>
        <p:pic>
          <p:nvPicPr>
            <p:cNvPr id="25656" name="Picture 56"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l="35406" t="73526" r="-13300" b="14597"/>
            <a:stretch>
              <a:fillRect/>
            </a:stretch>
          </p:blipFill>
          <p:spPr bwMode="auto">
            <a:xfrm>
              <a:off x="960" y="864"/>
              <a:ext cx="528" cy="576"/>
            </a:xfrm>
            <a:prstGeom prst="rect">
              <a:avLst/>
            </a:prstGeom>
            <a:noFill/>
          </p:spPr>
        </p:pic>
      </p:grpSp>
      <p:grpSp>
        <p:nvGrpSpPr>
          <p:cNvPr id="25657" name="Group 57"/>
          <p:cNvGrpSpPr>
            <a:grpSpLocks/>
          </p:cNvGrpSpPr>
          <p:nvPr/>
        </p:nvGrpSpPr>
        <p:grpSpPr bwMode="auto">
          <a:xfrm>
            <a:off x="911225" y="587375"/>
            <a:ext cx="1739900" cy="1466850"/>
            <a:chOff x="1756" y="48"/>
            <a:chExt cx="1096" cy="924"/>
          </a:xfrm>
        </p:grpSpPr>
        <p:grpSp>
          <p:nvGrpSpPr>
            <p:cNvPr id="25658" name="Group 58"/>
            <p:cNvGrpSpPr>
              <a:grpSpLocks/>
            </p:cNvGrpSpPr>
            <p:nvPr/>
          </p:nvGrpSpPr>
          <p:grpSpPr bwMode="auto">
            <a:xfrm>
              <a:off x="1756" y="48"/>
              <a:ext cx="1096" cy="924"/>
              <a:chOff x="2880" y="48"/>
              <a:chExt cx="1096" cy="924"/>
            </a:xfrm>
          </p:grpSpPr>
          <p:sp>
            <p:nvSpPr>
              <p:cNvPr id="25659" name="_s1034"/>
              <p:cNvSpPr>
                <a:spLocks noChangeArrowheads="1" noTextEdit="1"/>
              </p:cNvSpPr>
              <p:nvPr/>
            </p:nvSpPr>
            <p:spPr bwMode="auto">
              <a:xfrm>
                <a:off x="2880" y="48"/>
                <a:ext cx="1096" cy="924"/>
              </a:xfrm>
              <a:prstGeom prst="ellipse">
                <a:avLst/>
              </a:prstGeom>
              <a:solidFill>
                <a:srgbClr val="D4DE8E">
                  <a:alpha val="50000"/>
                </a:srgbClr>
              </a:solidFill>
              <a:ln w="9525">
                <a:noFill/>
                <a:round/>
                <a:headEnd/>
                <a:tailEnd/>
              </a:ln>
              <a:effectLst>
                <a:prstShdw prst="shdw18" dist="17961" dir="13500000">
                  <a:srgbClr val="D4DE8E">
                    <a:gamma/>
                    <a:shade val="60000"/>
                    <a:invGamma/>
                  </a:srgbClr>
                </a:prstShdw>
              </a:effectLst>
            </p:spPr>
            <p:txBody>
              <a:bodyPr anchor="ctr"/>
              <a:lstStyle/>
              <a:p>
                <a:endParaRPr lang="en-US"/>
              </a:p>
            </p:txBody>
          </p:sp>
          <p:sp>
            <p:nvSpPr>
              <p:cNvPr id="25660" name="Text Box 60"/>
              <p:cNvSpPr txBox="1">
                <a:spLocks noChangeArrowheads="1"/>
              </p:cNvSpPr>
              <p:nvPr/>
            </p:nvSpPr>
            <p:spPr bwMode="auto">
              <a:xfrm>
                <a:off x="2976" y="300"/>
                <a:ext cx="816" cy="518"/>
              </a:xfrm>
              <a:prstGeom prst="rect">
                <a:avLst/>
              </a:prstGeom>
              <a:noFill/>
              <a:ln w="9525">
                <a:noFill/>
                <a:miter lim="800000"/>
                <a:headEnd/>
                <a:tailEnd/>
              </a:ln>
              <a:effectLst/>
            </p:spPr>
            <p:txBody>
              <a:bodyPr>
                <a:spAutoFit/>
              </a:bodyPr>
              <a:lstStyle/>
              <a:p>
                <a:pPr marL="342900" indent="-342900" algn="r" eaLnBrk="1" hangingPunct="1"/>
                <a:r>
                  <a:rPr lang="en-US" sz="2400" b="1">
                    <a:solidFill>
                      <a:schemeClr val="bg1"/>
                    </a:solidFill>
                    <a:latin typeface="Arial" charset="0"/>
                    <a:cs typeface="Arial" charset="0"/>
                  </a:rPr>
                  <a:t>Equity	</a:t>
                </a:r>
              </a:p>
            </p:txBody>
          </p:sp>
        </p:grpSp>
        <p:pic>
          <p:nvPicPr>
            <p:cNvPr id="25661" name="Picture 61"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l="21243" t="81444" r="-20381" b="9648"/>
            <a:stretch>
              <a:fillRect/>
            </a:stretch>
          </p:blipFill>
          <p:spPr bwMode="auto">
            <a:xfrm>
              <a:off x="2016" y="447"/>
              <a:ext cx="672" cy="432"/>
            </a:xfrm>
            <a:prstGeom prst="rect">
              <a:avLst/>
            </a:prstGeom>
            <a:noFill/>
          </p:spPr>
        </p:pic>
      </p:grpSp>
      <p:grpSp>
        <p:nvGrpSpPr>
          <p:cNvPr id="25662" name="Group 62"/>
          <p:cNvGrpSpPr>
            <a:grpSpLocks/>
          </p:cNvGrpSpPr>
          <p:nvPr/>
        </p:nvGrpSpPr>
        <p:grpSpPr bwMode="auto">
          <a:xfrm>
            <a:off x="4572000" y="76200"/>
            <a:ext cx="1911350" cy="1466850"/>
            <a:chOff x="2880" y="48"/>
            <a:chExt cx="1204" cy="924"/>
          </a:xfrm>
        </p:grpSpPr>
        <p:grpSp>
          <p:nvGrpSpPr>
            <p:cNvPr id="25663" name="Group 63"/>
            <p:cNvGrpSpPr>
              <a:grpSpLocks/>
            </p:cNvGrpSpPr>
            <p:nvPr/>
          </p:nvGrpSpPr>
          <p:grpSpPr bwMode="auto">
            <a:xfrm>
              <a:off x="2880" y="48"/>
              <a:ext cx="1204" cy="924"/>
              <a:chOff x="1741" y="48"/>
              <a:chExt cx="1204" cy="924"/>
            </a:xfrm>
          </p:grpSpPr>
          <p:sp>
            <p:nvSpPr>
              <p:cNvPr id="25664" name="_s1034"/>
              <p:cNvSpPr>
                <a:spLocks noChangeArrowheads="1" noTextEdit="1"/>
              </p:cNvSpPr>
              <p:nvPr/>
            </p:nvSpPr>
            <p:spPr bwMode="auto">
              <a:xfrm>
                <a:off x="1784" y="48"/>
                <a:ext cx="1096" cy="924"/>
              </a:xfrm>
              <a:prstGeom prst="ellipse">
                <a:avLst/>
              </a:prstGeom>
              <a:solidFill>
                <a:srgbClr val="01BD0A">
                  <a:alpha val="50000"/>
                </a:srgbClr>
              </a:solidFill>
              <a:ln w="9525">
                <a:noFill/>
                <a:round/>
                <a:headEnd/>
                <a:tailEnd/>
              </a:ln>
              <a:effectLst>
                <a:prstShdw prst="shdw18" dist="17961" dir="13500000">
                  <a:srgbClr val="01BD0A">
                    <a:gamma/>
                    <a:shade val="60000"/>
                    <a:invGamma/>
                  </a:srgbClr>
                </a:prstShdw>
              </a:effectLst>
            </p:spPr>
            <p:txBody>
              <a:bodyPr anchor="ctr"/>
              <a:lstStyle/>
              <a:p>
                <a:endParaRPr lang="en-US"/>
              </a:p>
            </p:txBody>
          </p:sp>
          <p:sp>
            <p:nvSpPr>
              <p:cNvPr id="25665" name="Text Box 65"/>
              <p:cNvSpPr txBox="1">
                <a:spLocks noChangeArrowheads="1"/>
              </p:cNvSpPr>
              <p:nvPr/>
            </p:nvSpPr>
            <p:spPr bwMode="auto">
              <a:xfrm>
                <a:off x="1741" y="304"/>
                <a:ext cx="1204"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Satisfaction</a:t>
                </a:r>
              </a:p>
            </p:txBody>
          </p:sp>
        </p:grpSp>
        <p:pic>
          <p:nvPicPr>
            <p:cNvPr id="25666" name="Picture 66" descr="b"/>
            <p:cNvPicPr>
              <a:picLocks noChangeAspect="1" noChangeArrowheads="1"/>
            </p:cNvPicPr>
            <p:nvPr/>
          </p:nvPicPr>
          <p:blipFill>
            <a:blip r:embed="rId4" cstate="print">
              <a:clrChange>
                <a:clrFrom>
                  <a:srgbClr val="FFFFFF"/>
                </a:clrFrom>
                <a:clrTo>
                  <a:srgbClr val="FFFFFF">
                    <a:alpha val="0"/>
                  </a:srgbClr>
                </a:clrTo>
              </a:clrChange>
              <a:lum bright="100000" contrast="100000"/>
            </a:blip>
            <a:srcRect l="21243" t="91342" r="-27463" b="740"/>
            <a:stretch>
              <a:fillRect/>
            </a:stretch>
          </p:blipFill>
          <p:spPr bwMode="auto">
            <a:xfrm>
              <a:off x="3153" y="561"/>
              <a:ext cx="720" cy="384"/>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25662"/>
                                        </p:tgtEl>
                                        <p:attrNameLst>
                                          <p:attrName>style.visibility</p:attrName>
                                        </p:attrNameLst>
                                      </p:cBhvr>
                                      <p:to>
                                        <p:strVal val="visible"/>
                                      </p:to>
                                    </p:set>
                                    <p:anim calcmode="lin" valueType="num">
                                      <p:cBhvr>
                                        <p:cTn id="7" dur="500" fill="hold"/>
                                        <p:tgtEl>
                                          <p:spTgt spid="25662"/>
                                        </p:tgtEl>
                                        <p:attrNameLst>
                                          <p:attrName>ppt_w</p:attrName>
                                        </p:attrNameLst>
                                      </p:cBhvr>
                                      <p:tavLst>
                                        <p:tav tm="0">
                                          <p:val>
                                            <p:fltVal val="0"/>
                                          </p:val>
                                        </p:tav>
                                        <p:tav tm="100000">
                                          <p:val>
                                            <p:strVal val="#ppt_w"/>
                                          </p:val>
                                        </p:tav>
                                      </p:tavLst>
                                    </p:anim>
                                    <p:anim calcmode="lin" valueType="num">
                                      <p:cBhvr>
                                        <p:cTn id="8" dur="500" fill="hold"/>
                                        <p:tgtEl>
                                          <p:spTgt spid="25662"/>
                                        </p:tgtEl>
                                        <p:attrNameLst>
                                          <p:attrName>ppt_h</p:attrName>
                                        </p:attrNameLst>
                                      </p:cBhvr>
                                      <p:tavLst>
                                        <p:tav tm="0">
                                          <p:val>
                                            <p:fltVal val="0"/>
                                          </p:val>
                                        </p:tav>
                                        <p:tav tm="100000">
                                          <p:val>
                                            <p:strVal val="#ppt_h"/>
                                          </p:val>
                                        </p:tav>
                                      </p:tavLst>
                                    </p:anim>
                                    <p:animEffect transition="in" filter="fade">
                                      <p:cBhvr>
                                        <p:cTn id="9" dur="500"/>
                                        <p:tgtEl>
                                          <p:spTgt spid="2566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25652"/>
                                        </p:tgtEl>
                                        <p:attrNameLst>
                                          <p:attrName>style.visibility</p:attrName>
                                        </p:attrNameLst>
                                      </p:cBhvr>
                                      <p:to>
                                        <p:strVal val="visible"/>
                                      </p:to>
                                    </p:set>
                                    <p:anim calcmode="lin" valueType="num">
                                      <p:cBhvr>
                                        <p:cTn id="14" dur="500" fill="hold"/>
                                        <p:tgtEl>
                                          <p:spTgt spid="25652"/>
                                        </p:tgtEl>
                                        <p:attrNameLst>
                                          <p:attrName>ppt_w</p:attrName>
                                        </p:attrNameLst>
                                      </p:cBhvr>
                                      <p:tavLst>
                                        <p:tav tm="0">
                                          <p:val>
                                            <p:fltVal val="0"/>
                                          </p:val>
                                        </p:tav>
                                        <p:tav tm="100000">
                                          <p:val>
                                            <p:strVal val="#ppt_w"/>
                                          </p:val>
                                        </p:tav>
                                      </p:tavLst>
                                    </p:anim>
                                    <p:anim calcmode="lin" valueType="num">
                                      <p:cBhvr>
                                        <p:cTn id="15" dur="500" fill="hold"/>
                                        <p:tgtEl>
                                          <p:spTgt spid="25652"/>
                                        </p:tgtEl>
                                        <p:attrNameLst>
                                          <p:attrName>ppt_h</p:attrName>
                                        </p:attrNameLst>
                                      </p:cBhvr>
                                      <p:tavLst>
                                        <p:tav tm="0">
                                          <p:val>
                                            <p:fltVal val="0"/>
                                          </p:val>
                                        </p:tav>
                                        <p:tav tm="100000">
                                          <p:val>
                                            <p:strVal val="#ppt_h"/>
                                          </p:val>
                                        </p:tav>
                                      </p:tavLst>
                                    </p:anim>
                                    <p:animEffect transition="in" filter="fade">
                                      <p:cBhvr>
                                        <p:cTn id="16" dur="500"/>
                                        <p:tgtEl>
                                          <p:spTgt spid="2565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25607"/>
                                        </p:tgtEl>
                                        <p:attrNameLst>
                                          <p:attrName>style.visibility</p:attrName>
                                        </p:attrNameLst>
                                      </p:cBhvr>
                                      <p:to>
                                        <p:strVal val="visible"/>
                                      </p:to>
                                    </p:set>
                                    <p:anim calcmode="lin" valueType="num">
                                      <p:cBhvr>
                                        <p:cTn id="21" dur="500" fill="hold"/>
                                        <p:tgtEl>
                                          <p:spTgt spid="25607"/>
                                        </p:tgtEl>
                                        <p:attrNameLst>
                                          <p:attrName>ppt_w</p:attrName>
                                        </p:attrNameLst>
                                      </p:cBhvr>
                                      <p:tavLst>
                                        <p:tav tm="0">
                                          <p:val>
                                            <p:fltVal val="0"/>
                                          </p:val>
                                        </p:tav>
                                        <p:tav tm="100000">
                                          <p:val>
                                            <p:strVal val="#ppt_w"/>
                                          </p:val>
                                        </p:tav>
                                      </p:tavLst>
                                    </p:anim>
                                    <p:anim calcmode="lin" valueType="num">
                                      <p:cBhvr>
                                        <p:cTn id="22" dur="500" fill="hold"/>
                                        <p:tgtEl>
                                          <p:spTgt spid="25607"/>
                                        </p:tgtEl>
                                        <p:attrNameLst>
                                          <p:attrName>ppt_h</p:attrName>
                                        </p:attrNameLst>
                                      </p:cBhvr>
                                      <p:tavLst>
                                        <p:tav tm="0">
                                          <p:val>
                                            <p:fltVal val="0"/>
                                          </p:val>
                                        </p:tav>
                                        <p:tav tm="100000">
                                          <p:val>
                                            <p:strVal val="#ppt_h"/>
                                          </p:val>
                                        </p:tav>
                                      </p:tavLst>
                                    </p:anim>
                                    <p:animEffect transition="in" filter="fade">
                                      <p:cBhvr>
                                        <p:cTn id="23" dur="500"/>
                                        <p:tgtEl>
                                          <p:spTgt spid="2560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nodeType="clickEffect">
                                  <p:stCondLst>
                                    <p:cond delay="0"/>
                                  </p:stCondLst>
                                  <p:childTnLst>
                                    <p:set>
                                      <p:cBhvr>
                                        <p:cTn id="27" dur="1" fill="hold">
                                          <p:stCondLst>
                                            <p:cond delay="0"/>
                                          </p:stCondLst>
                                        </p:cTn>
                                        <p:tgtEl>
                                          <p:spTgt spid="25612"/>
                                        </p:tgtEl>
                                        <p:attrNameLst>
                                          <p:attrName>style.visibility</p:attrName>
                                        </p:attrNameLst>
                                      </p:cBhvr>
                                      <p:to>
                                        <p:strVal val="visible"/>
                                      </p:to>
                                    </p:set>
                                    <p:anim calcmode="lin" valueType="num">
                                      <p:cBhvr>
                                        <p:cTn id="28" dur="500" fill="hold"/>
                                        <p:tgtEl>
                                          <p:spTgt spid="25612"/>
                                        </p:tgtEl>
                                        <p:attrNameLst>
                                          <p:attrName>ppt_w</p:attrName>
                                        </p:attrNameLst>
                                      </p:cBhvr>
                                      <p:tavLst>
                                        <p:tav tm="0">
                                          <p:val>
                                            <p:fltVal val="0"/>
                                          </p:val>
                                        </p:tav>
                                        <p:tav tm="100000">
                                          <p:val>
                                            <p:strVal val="#ppt_w"/>
                                          </p:val>
                                        </p:tav>
                                      </p:tavLst>
                                    </p:anim>
                                    <p:anim calcmode="lin" valueType="num">
                                      <p:cBhvr>
                                        <p:cTn id="29" dur="500" fill="hold"/>
                                        <p:tgtEl>
                                          <p:spTgt spid="25612"/>
                                        </p:tgtEl>
                                        <p:attrNameLst>
                                          <p:attrName>ppt_h</p:attrName>
                                        </p:attrNameLst>
                                      </p:cBhvr>
                                      <p:tavLst>
                                        <p:tav tm="0">
                                          <p:val>
                                            <p:fltVal val="0"/>
                                          </p:val>
                                        </p:tav>
                                        <p:tav tm="100000">
                                          <p:val>
                                            <p:strVal val="#ppt_h"/>
                                          </p:val>
                                        </p:tav>
                                      </p:tavLst>
                                    </p:anim>
                                    <p:animEffect transition="in" filter="fade">
                                      <p:cBhvr>
                                        <p:cTn id="30" dur="500"/>
                                        <p:tgtEl>
                                          <p:spTgt spid="25612"/>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0" fill="hold" nodeType="clickEffect">
                                  <p:stCondLst>
                                    <p:cond delay="0"/>
                                  </p:stCondLst>
                                  <p:childTnLst>
                                    <p:set>
                                      <p:cBhvr>
                                        <p:cTn id="34" dur="1" fill="hold">
                                          <p:stCondLst>
                                            <p:cond delay="0"/>
                                          </p:stCondLst>
                                        </p:cTn>
                                        <p:tgtEl>
                                          <p:spTgt spid="25617"/>
                                        </p:tgtEl>
                                        <p:attrNameLst>
                                          <p:attrName>style.visibility</p:attrName>
                                        </p:attrNameLst>
                                      </p:cBhvr>
                                      <p:to>
                                        <p:strVal val="visible"/>
                                      </p:to>
                                    </p:set>
                                    <p:anim calcmode="lin" valueType="num">
                                      <p:cBhvr>
                                        <p:cTn id="35" dur="500" fill="hold"/>
                                        <p:tgtEl>
                                          <p:spTgt spid="25617"/>
                                        </p:tgtEl>
                                        <p:attrNameLst>
                                          <p:attrName>ppt_w</p:attrName>
                                        </p:attrNameLst>
                                      </p:cBhvr>
                                      <p:tavLst>
                                        <p:tav tm="0">
                                          <p:val>
                                            <p:fltVal val="0"/>
                                          </p:val>
                                        </p:tav>
                                        <p:tav tm="100000">
                                          <p:val>
                                            <p:strVal val="#ppt_w"/>
                                          </p:val>
                                        </p:tav>
                                      </p:tavLst>
                                    </p:anim>
                                    <p:anim calcmode="lin" valueType="num">
                                      <p:cBhvr>
                                        <p:cTn id="36" dur="500" fill="hold"/>
                                        <p:tgtEl>
                                          <p:spTgt spid="25617"/>
                                        </p:tgtEl>
                                        <p:attrNameLst>
                                          <p:attrName>ppt_h</p:attrName>
                                        </p:attrNameLst>
                                      </p:cBhvr>
                                      <p:tavLst>
                                        <p:tav tm="0">
                                          <p:val>
                                            <p:fltVal val="0"/>
                                          </p:val>
                                        </p:tav>
                                        <p:tav tm="100000">
                                          <p:val>
                                            <p:strVal val="#ppt_h"/>
                                          </p:val>
                                        </p:tav>
                                      </p:tavLst>
                                    </p:anim>
                                    <p:animEffect transition="in" filter="fade">
                                      <p:cBhvr>
                                        <p:cTn id="37" dur="500"/>
                                        <p:tgtEl>
                                          <p:spTgt spid="25617"/>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0" fill="hold" nodeType="clickEffect">
                                  <p:stCondLst>
                                    <p:cond delay="0"/>
                                  </p:stCondLst>
                                  <p:childTnLst>
                                    <p:set>
                                      <p:cBhvr>
                                        <p:cTn id="41" dur="1" fill="hold">
                                          <p:stCondLst>
                                            <p:cond delay="0"/>
                                          </p:stCondLst>
                                        </p:cTn>
                                        <p:tgtEl>
                                          <p:spTgt spid="25642"/>
                                        </p:tgtEl>
                                        <p:attrNameLst>
                                          <p:attrName>style.visibility</p:attrName>
                                        </p:attrNameLst>
                                      </p:cBhvr>
                                      <p:to>
                                        <p:strVal val="visible"/>
                                      </p:to>
                                    </p:set>
                                    <p:anim calcmode="lin" valueType="num">
                                      <p:cBhvr>
                                        <p:cTn id="42" dur="500" fill="hold"/>
                                        <p:tgtEl>
                                          <p:spTgt spid="25642"/>
                                        </p:tgtEl>
                                        <p:attrNameLst>
                                          <p:attrName>ppt_w</p:attrName>
                                        </p:attrNameLst>
                                      </p:cBhvr>
                                      <p:tavLst>
                                        <p:tav tm="0">
                                          <p:val>
                                            <p:fltVal val="0"/>
                                          </p:val>
                                        </p:tav>
                                        <p:tav tm="100000">
                                          <p:val>
                                            <p:strVal val="#ppt_w"/>
                                          </p:val>
                                        </p:tav>
                                      </p:tavLst>
                                    </p:anim>
                                    <p:anim calcmode="lin" valueType="num">
                                      <p:cBhvr>
                                        <p:cTn id="43" dur="500" fill="hold"/>
                                        <p:tgtEl>
                                          <p:spTgt spid="25642"/>
                                        </p:tgtEl>
                                        <p:attrNameLst>
                                          <p:attrName>ppt_h</p:attrName>
                                        </p:attrNameLst>
                                      </p:cBhvr>
                                      <p:tavLst>
                                        <p:tav tm="0">
                                          <p:val>
                                            <p:fltVal val="0"/>
                                          </p:val>
                                        </p:tav>
                                        <p:tav tm="100000">
                                          <p:val>
                                            <p:strVal val="#ppt_h"/>
                                          </p:val>
                                        </p:tav>
                                      </p:tavLst>
                                    </p:anim>
                                    <p:animEffect transition="in" filter="fade">
                                      <p:cBhvr>
                                        <p:cTn id="44" dur="500"/>
                                        <p:tgtEl>
                                          <p:spTgt spid="25642"/>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0" fill="hold" nodeType="clickEffect">
                                  <p:stCondLst>
                                    <p:cond delay="0"/>
                                  </p:stCondLst>
                                  <p:childTnLst>
                                    <p:set>
                                      <p:cBhvr>
                                        <p:cTn id="48" dur="1" fill="hold">
                                          <p:stCondLst>
                                            <p:cond delay="0"/>
                                          </p:stCondLst>
                                        </p:cTn>
                                        <p:tgtEl>
                                          <p:spTgt spid="25622"/>
                                        </p:tgtEl>
                                        <p:attrNameLst>
                                          <p:attrName>style.visibility</p:attrName>
                                        </p:attrNameLst>
                                      </p:cBhvr>
                                      <p:to>
                                        <p:strVal val="visible"/>
                                      </p:to>
                                    </p:set>
                                    <p:anim calcmode="lin" valueType="num">
                                      <p:cBhvr>
                                        <p:cTn id="49" dur="500" fill="hold"/>
                                        <p:tgtEl>
                                          <p:spTgt spid="25622"/>
                                        </p:tgtEl>
                                        <p:attrNameLst>
                                          <p:attrName>ppt_w</p:attrName>
                                        </p:attrNameLst>
                                      </p:cBhvr>
                                      <p:tavLst>
                                        <p:tav tm="0">
                                          <p:val>
                                            <p:fltVal val="0"/>
                                          </p:val>
                                        </p:tav>
                                        <p:tav tm="100000">
                                          <p:val>
                                            <p:strVal val="#ppt_w"/>
                                          </p:val>
                                        </p:tav>
                                      </p:tavLst>
                                    </p:anim>
                                    <p:anim calcmode="lin" valueType="num">
                                      <p:cBhvr>
                                        <p:cTn id="50" dur="500" fill="hold"/>
                                        <p:tgtEl>
                                          <p:spTgt spid="25622"/>
                                        </p:tgtEl>
                                        <p:attrNameLst>
                                          <p:attrName>ppt_h</p:attrName>
                                        </p:attrNameLst>
                                      </p:cBhvr>
                                      <p:tavLst>
                                        <p:tav tm="0">
                                          <p:val>
                                            <p:fltVal val="0"/>
                                          </p:val>
                                        </p:tav>
                                        <p:tav tm="100000">
                                          <p:val>
                                            <p:strVal val="#ppt_h"/>
                                          </p:val>
                                        </p:tav>
                                      </p:tavLst>
                                    </p:anim>
                                    <p:animEffect transition="in" filter="fade">
                                      <p:cBhvr>
                                        <p:cTn id="51" dur="500"/>
                                        <p:tgtEl>
                                          <p:spTgt spid="25622"/>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0" fill="hold" nodeType="clickEffect">
                                  <p:stCondLst>
                                    <p:cond delay="0"/>
                                  </p:stCondLst>
                                  <p:childTnLst>
                                    <p:set>
                                      <p:cBhvr>
                                        <p:cTn id="55" dur="1" fill="hold">
                                          <p:stCondLst>
                                            <p:cond delay="0"/>
                                          </p:stCondLst>
                                        </p:cTn>
                                        <p:tgtEl>
                                          <p:spTgt spid="25627"/>
                                        </p:tgtEl>
                                        <p:attrNameLst>
                                          <p:attrName>style.visibility</p:attrName>
                                        </p:attrNameLst>
                                      </p:cBhvr>
                                      <p:to>
                                        <p:strVal val="visible"/>
                                      </p:to>
                                    </p:set>
                                    <p:anim calcmode="lin" valueType="num">
                                      <p:cBhvr>
                                        <p:cTn id="56" dur="500" fill="hold"/>
                                        <p:tgtEl>
                                          <p:spTgt spid="25627"/>
                                        </p:tgtEl>
                                        <p:attrNameLst>
                                          <p:attrName>ppt_w</p:attrName>
                                        </p:attrNameLst>
                                      </p:cBhvr>
                                      <p:tavLst>
                                        <p:tav tm="0">
                                          <p:val>
                                            <p:fltVal val="0"/>
                                          </p:val>
                                        </p:tav>
                                        <p:tav tm="100000">
                                          <p:val>
                                            <p:strVal val="#ppt_w"/>
                                          </p:val>
                                        </p:tav>
                                      </p:tavLst>
                                    </p:anim>
                                    <p:anim calcmode="lin" valueType="num">
                                      <p:cBhvr>
                                        <p:cTn id="57" dur="500" fill="hold"/>
                                        <p:tgtEl>
                                          <p:spTgt spid="25627"/>
                                        </p:tgtEl>
                                        <p:attrNameLst>
                                          <p:attrName>ppt_h</p:attrName>
                                        </p:attrNameLst>
                                      </p:cBhvr>
                                      <p:tavLst>
                                        <p:tav tm="0">
                                          <p:val>
                                            <p:fltVal val="0"/>
                                          </p:val>
                                        </p:tav>
                                        <p:tav tm="100000">
                                          <p:val>
                                            <p:strVal val="#ppt_h"/>
                                          </p:val>
                                        </p:tav>
                                      </p:tavLst>
                                    </p:anim>
                                    <p:animEffect transition="in" filter="fade">
                                      <p:cBhvr>
                                        <p:cTn id="58" dur="500"/>
                                        <p:tgtEl>
                                          <p:spTgt spid="25627"/>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0" fill="hold" nodeType="clickEffect">
                                  <p:stCondLst>
                                    <p:cond delay="0"/>
                                  </p:stCondLst>
                                  <p:childTnLst>
                                    <p:set>
                                      <p:cBhvr>
                                        <p:cTn id="62" dur="1" fill="hold">
                                          <p:stCondLst>
                                            <p:cond delay="0"/>
                                          </p:stCondLst>
                                        </p:cTn>
                                        <p:tgtEl>
                                          <p:spTgt spid="25637"/>
                                        </p:tgtEl>
                                        <p:attrNameLst>
                                          <p:attrName>style.visibility</p:attrName>
                                        </p:attrNameLst>
                                      </p:cBhvr>
                                      <p:to>
                                        <p:strVal val="visible"/>
                                      </p:to>
                                    </p:set>
                                    <p:anim calcmode="lin" valueType="num">
                                      <p:cBhvr>
                                        <p:cTn id="63" dur="500" fill="hold"/>
                                        <p:tgtEl>
                                          <p:spTgt spid="25637"/>
                                        </p:tgtEl>
                                        <p:attrNameLst>
                                          <p:attrName>ppt_w</p:attrName>
                                        </p:attrNameLst>
                                      </p:cBhvr>
                                      <p:tavLst>
                                        <p:tav tm="0">
                                          <p:val>
                                            <p:fltVal val="0"/>
                                          </p:val>
                                        </p:tav>
                                        <p:tav tm="100000">
                                          <p:val>
                                            <p:strVal val="#ppt_w"/>
                                          </p:val>
                                        </p:tav>
                                      </p:tavLst>
                                    </p:anim>
                                    <p:anim calcmode="lin" valueType="num">
                                      <p:cBhvr>
                                        <p:cTn id="64" dur="500" fill="hold"/>
                                        <p:tgtEl>
                                          <p:spTgt spid="25637"/>
                                        </p:tgtEl>
                                        <p:attrNameLst>
                                          <p:attrName>ppt_h</p:attrName>
                                        </p:attrNameLst>
                                      </p:cBhvr>
                                      <p:tavLst>
                                        <p:tav tm="0">
                                          <p:val>
                                            <p:fltVal val="0"/>
                                          </p:val>
                                        </p:tav>
                                        <p:tav tm="100000">
                                          <p:val>
                                            <p:strVal val="#ppt_h"/>
                                          </p:val>
                                        </p:tav>
                                      </p:tavLst>
                                    </p:anim>
                                    <p:animEffect transition="in" filter="fade">
                                      <p:cBhvr>
                                        <p:cTn id="65" dur="500"/>
                                        <p:tgtEl>
                                          <p:spTgt spid="25637"/>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0" fill="hold" nodeType="clickEffect">
                                  <p:stCondLst>
                                    <p:cond delay="0"/>
                                  </p:stCondLst>
                                  <p:childTnLst>
                                    <p:set>
                                      <p:cBhvr>
                                        <p:cTn id="69" dur="1" fill="hold">
                                          <p:stCondLst>
                                            <p:cond delay="0"/>
                                          </p:stCondLst>
                                        </p:cTn>
                                        <p:tgtEl>
                                          <p:spTgt spid="25647"/>
                                        </p:tgtEl>
                                        <p:attrNameLst>
                                          <p:attrName>style.visibility</p:attrName>
                                        </p:attrNameLst>
                                      </p:cBhvr>
                                      <p:to>
                                        <p:strVal val="visible"/>
                                      </p:to>
                                    </p:set>
                                    <p:anim calcmode="lin" valueType="num">
                                      <p:cBhvr>
                                        <p:cTn id="70" dur="500" fill="hold"/>
                                        <p:tgtEl>
                                          <p:spTgt spid="25647"/>
                                        </p:tgtEl>
                                        <p:attrNameLst>
                                          <p:attrName>ppt_w</p:attrName>
                                        </p:attrNameLst>
                                      </p:cBhvr>
                                      <p:tavLst>
                                        <p:tav tm="0">
                                          <p:val>
                                            <p:fltVal val="0"/>
                                          </p:val>
                                        </p:tav>
                                        <p:tav tm="100000">
                                          <p:val>
                                            <p:strVal val="#ppt_w"/>
                                          </p:val>
                                        </p:tav>
                                      </p:tavLst>
                                    </p:anim>
                                    <p:anim calcmode="lin" valueType="num">
                                      <p:cBhvr>
                                        <p:cTn id="71" dur="500" fill="hold"/>
                                        <p:tgtEl>
                                          <p:spTgt spid="25647"/>
                                        </p:tgtEl>
                                        <p:attrNameLst>
                                          <p:attrName>ppt_h</p:attrName>
                                        </p:attrNameLst>
                                      </p:cBhvr>
                                      <p:tavLst>
                                        <p:tav tm="0">
                                          <p:val>
                                            <p:fltVal val="0"/>
                                          </p:val>
                                        </p:tav>
                                        <p:tav tm="100000">
                                          <p:val>
                                            <p:strVal val="#ppt_h"/>
                                          </p:val>
                                        </p:tav>
                                      </p:tavLst>
                                    </p:anim>
                                    <p:animEffect transition="in" filter="fade">
                                      <p:cBhvr>
                                        <p:cTn id="72" dur="500"/>
                                        <p:tgtEl>
                                          <p:spTgt spid="25647"/>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0" fill="hold" nodeType="clickEffect">
                                  <p:stCondLst>
                                    <p:cond delay="0"/>
                                  </p:stCondLst>
                                  <p:childTnLst>
                                    <p:set>
                                      <p:cBhvr>
                                        <p:cTn id="76" dur="1" fill="hold">
                                          <p:stCondLst>
                                            <p:cond delay="0"/>
                                          </p:stCondLst>
                                        </p:cTn>
                                        <p:tgtEl>
                                          <p:spTgt spid="25657"/>
                                        </p:tgtEl>
                                        <p:attrNameLst>
                                          <p:attrName>style.visibility</p:attrName>
                                        </p:attrNameLst>
                                      </p:cBhvr>
                                      <p:to>
                                        <p:strVal val="visible"/>
                                      </p:to>
                                    </p:set>
                                    <p:anim calcmode="lin" valueType="num">
                                      <p:cBhvr>
                                        <p:cTn id="77" dur="500" fill="hold"/>
                                        <p:tgtEl>
                                          <p:spTgt spid="25657"/>
                                        </p:tgtEl>
                                        <p:attrNameLst>
                                          <p:attrName>ppt_w</p:attrName>
                                        </p:attrNameLst>
                                      </p:cBhvr>
                                      <p:tavLst>
                                        <p:tav tm="0">
                                          <p:val>
                                            <p:fltVal val="0"/>
                                          </p:val>
                                        </p:tav>
                                        <p:tav tm="100000">
                                          <p:val>
                                            <p:strVal val="#ppt_w"/>
                                          </p:val>
                                        </p:tav>
                                      </p:tavLst>
                                    </p:anim>
                                    <p:anim calcmode="lin" valueType="num">
                                      <p:cBhvr>
                                        <p:cTn id="78" dur="500" fill="hold"/>
                                        <p:tgtEl>
                                          <p:spTgt spid="25657"/>
                                        </p:tgtEl>
                                        <p:attrNameLst>
                                          <p:attrName>ppt_h</p:attrName>
                                        </p:attrNameLst>
                                      </p:cBhvr>
                                      <p:tavLst>
                                        <p:tav tm="0">
                                          <p:val>
                                            <p:fltVal val="0"/>
                                          </p:val>
                                        </p:tav>
                                        <p:tav tm="100000">
                                          <p:val>
                                            <p:strVal val="#ppt_h"/>
                                          </p:val>
                                        </p:tav>
                                      </p:tavLst>
                                    </p:anim>
                                    <p:animEffect transition="in" filter="fade">
                                      <p:cBhvr>
                                        <p:cTn id="79" dur="500"/>
                                        <p:tgtEl>
                                          <p:spTgt spid="25657"/>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0" fill="hold" nodeType="clickEffect">
                                  <p:stCondLst>
                                    <p:cond delay="0"/>
                                  </p:stCondLst>
                                  <p:childTnLst>
                                    <p:set>
                                      <p:cBhvr>
                                        <p:cTn id="83" dur="1" fill="hold">
                                          <p:stCondLst>
                                            <p:cond delay="0"/>
                                          </p:stCondLst>
                                        </p:cTn>
                                        <p:tgtEl>
                                          <p:spTgt spid="25632"/>
                                        </p:tgtEl>
                                        <p:attrNameLst>
                                          <p:attrName>style.visibility</p:attrName>
                                        </p:attrNameLst>
                                      </p:cBhvr>
                                      <p:to>
                                        <p:strVal val="visible"/>
                                      </p:to>
                                    </p:set>
                                    <p:anim calcmode="lin" valueType="num">
                                      <p:cBhvr>
                                        <p:cTn id="84" dur="500" fill="hold"/>
                                        <p:tgtEl>
                                          <p:spTgt spid="25632"/>
                                        </p:tgtEl>
                                        <p:attrNameLst>
                                          <p:attrName>ppt_w</p:attrName>
                                        </p:attrNameLst>
                                      </p:cBhvr>
                                      <p:tavLst>
                                        <p:tav tm="0">
                                          <p:val>
                                            <p:fltVal val="0"/>
                                          </p:val>
                                        </p:tav>
                                        <p:tav tm="100000">
                                          <p:val>
                                            <p:strVal val="#ppt_w"/>
                                          </p:val>
                                        </p:tav>
                                      </p:tavLst>
                                    </p:anim>
                                    <p:anim calcmode="lin" valueType="num">
                                      <p:cBhvr>
                                        <p:cTn id="85" dur="500" fill="hold"/>
                                        <p:tgtEl>
                                          <p:spTgt spid="25632"/>
                                        </p:tgtEl>
                                        <p:attrNameLst>
                                          <p:attrName>ppt_h</p:attrName>
                                        </p:attrNameLst>
                                      </p:cBhvr>
                                      <p:tavLst>
                                        <p:tav tm="0">
                                          <p:val>
                                            <p:fltVal val="0"/>
                                          </p:val>
                                        </p:tav>
                                        <p:tav tm="100000">
                                          <p:val>
                                            <p:strVal val="#ppt_h"/>
                                          </p:val>
                                        </p:tav>
                                      </p:tavLst>
                                    </p:anim>
                                    <p:animEffect transition="in" filter="fade">
                                      <p:cBhvr>
                                        <p:cTn id="86" dur="500"/>
                                        <p:tgtEl>
                                          <p:spTgt spid="25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Date Placeholder 1"/>
          <p:cNvSpPr>
            <a:spLocks noGrp="1"/>
          </p:cNvSpPr>
          <p:nvPr>
            <p:ph type="dt" sz="half" idx="10"/>
          </p:nvPr>
        </p:nvSpPr>
        <p:spPr/>
        <p:txBody>
          <a:bodyPr/>
          <a:lstStyle/>
          <a:p>
            <a:fld id="{CA767DCD-0E0A-439C-B8EF-3C255B1A157D}" type="datetime6">
              <a:rPr lang="en-US"/>
              <a:pPr/>
              <a:t>April 13</a:t>
            </a:fld>
            <a:endParaRPr lang="en-US"/>
          </a:p>
        </p:txBody>
      </p:sp>
      <p:sp>
        <p:nvSpPr>
          <p:cNvPr id="65" name="Slide Number Placeholder 3"/>
          <p:cNvSpPr>
            <a:spLocks noGrp="1"/>
          </p:cNvSpPr>
          <p:nvPr>
            <p:ph type="sldNum" sz="quarter" idx="12"/>
          </p:nvPr>
        </p:nvSpPr>
        <p:spPr/>
        <p:txBody>
          <a:bodyPr/>
          <a:lstStyle/>
          <a:p>
            <a:fld id="{C907C13E-74E9-416A-9302-8814D69E485D}" type="slidenum">
              <a:rPr lang="en-US"/>
              <a:pPr/>
              <a:t>20</a:t>
            </a:fld>
            <a:endParaRPr lang="en-US"/>
          </a:p>
        </p:txBody>
      </p:sp>
      <p:pic>
        <p:nvPicPr>
          <p:cNvPr id="26628" name="Picture 4" descr="Vortec space"/>
          <p:cNvPicPr>
            <a:picLocks noChangeAspect="1" noChangeArrowheads="1"/>
          </p:cNvPicPr>
          <p:nvPr/>
        </p:nvPicPr>
        <p:blipFill>
          <a:blip r:embed="rId2" cstate="print"/>
          <a:srcRect/>
          <a:stretch>
            <a:fillRect/>
          </a:stretch>
        </p:blipFill>
        <p:spPr bwMode="auto">
          <a:xfrm>
            <a:off x="1588" y="3175"/>
            <a:ext cx="9142412" cy="6854825"/>
          </a:xfrm>
          <a:prstGeom prst="rect">
            <a:avLst/>
          </a:prstGeom>
          <a:noFill/>
          <a:ln w="9525">
            <a:noFill/>
            <a:miter lim="800000"/>
            <a:headEnd/>
            <a:tailEnd/>
          </a:ln>
        </p:spPr>
      </p:pic>
      <p:grpSp>
        <p:nvGrpSpPr>
          <p:cNvPr id="26629" name="Group 5"/>
          <p:cNvGrpSpPr>
            <a:grpSpLocks/>
          </p:cNvGrpSpPr>
          <p:nvPr/>
        </p:nvGrpSpPr>
        <p:grpSpPr bwMode="auto">
          <a:xfrm>
            <a:off x="963613" y="604838"/>
            <a:ext cx="1874837" cy="1517650"/>
            <a:chOff x="607" y="381"/>
            <a:chExt cx="1181" cy="956"/>
          </a:xfrm>
        </p:grpSpPr>
        <p:grpSp>
          <p:nvGrpSpPr>
            <p:cNvPr id="26630" name="Group 6"/>
            <p:cNvGrpSpPr>
              <a:grpSpLocks/>
            </p:cNvGrpSpPr>
            <p:nvPr/>
          </p:nvGrpSpPr>
          <p:grpSpPr bwMode="auto">
            <a:xfrm>
              <a:off x="684" y="381"/>
              <a:ext cx="1104" cy="956"/>
              <a:chOff x="814" y="363"/>
              <a:chExt cx="1104" cy="956"/>
            </a:xfrm>
          </p:grpSpPr>
          <p:sp>
            <p:nvSpPr>
              <p:cNvPr id="26631" name="_s1036"/>
              <p:cNvSpPr>
                <a:spLocks noChangeArrowheads="1" noTextEdit="1"/>
              </p:cNvSpPr>
              <p:nvPr/>
            </p:nvSpPr>
            <p:spPr bwMode="auto">
              <a:xfrm>
                <a:off x="814" y="363"/>
                <a:ext cx="1104" cy="956"/>
              </a:xfrm>
              <a:prstGeom prst="ellipse">
                <a:avLst/>
              </a:prstGeom>
              <a:solidFill>
                <a:srgbClr val="1A0FFF">
                  <a:alpha val="50000"/>
                </a:srgbClr>
              </a:solidFill>
              <a:ln w="9525">
                <a:noFill/>
                <a:round/>
                <a:headEnd/>
                <a:tailEnd/>
              </a:ln>
              <a:effectLst>
                <a:prstShdw prst="shdw18" dist="17961" dir="13500000">
                  <a:srgbClr val="1A0FFF">
                    <a:gamma/>
                    <a:shade val="60000"/>
                    <a:invGamma/>
                  </a:srgbClr>
                </a:prstShdw>
              </a:effectLst>
            </p:spPr>
            <p:txBody>
              <a:bodyPr anchor="ctr"/>
              <a:lstStyle/>
              <a:p>
                <a:endParaRPr lang="en-US"/>
              </a:p>
            </p:txBody>
          </p:sp>
          <p:sp>
            <p:nvSpPr>
              <p:cNvPr id="26632" name="Text Box 8"/>
              <p:cNvSpPr txBox="1">
                <a:spLocks noChangeArrowheads="1"/>
              </p:cNvSpPr>
              <p:nvPr/>
            </p:nvSpPr>
            <p:spPr bwMode="auto">
              <a:xfrm>
                <a:off x="993" y="640"/>
                <a:ext cx="767"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Apathy</a:t>
                </a:r>
              </a:p>
            </p:txBody>
          </p:sp>
        </p:grpSp>
        <p:pic>
          <p:nvPicPr>
            <p:cNvPr id="26633" name="Picture 9"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r="-4330" b="91284"/>
            <a:stretch>
              <a:fillRect/>
            </a:stretch>
          </p:blipFill>
          <p:spPr bwMode="auto">
            <a:xfrm>
              <a:off x="607" y="816"/>
              <a:ext cx="833" cy="415"/>
            </a:xfrm>
            <a:prstGeom prst="rect">
              <a:avLst/>
            </a:prstGeom>
            <a:noFill/>
          </p:spPr>
        </p:pic>
      </p:grpSp>
      <p:grpSp>
        <p:nvGrpSpPr>
          <p:cNvPr id="26634" name="Group 10"/>
          <p:cNvGrpSpPr>
            <a:grpSpLocks/>
          </p:cNvGrpSpPr>
          <p:nvPr/>
        </p:nvGrpSpPr>
        <p:grpSpPr bwMode="auto">
          <a:xfrm>
            <a:off x="166688" y="1901825"/>
            <a:ext cx="1809750" cy="1498600"/>
            <a:chOff x="105" y="1198"/>
            <a:chExt cx="1140" cy="944"/>
          </a:xfrm>
        </p:grpSpPr>
        <p:grpSp>
          <p:nvGrpSpPr>
            <p:cNvPr id="26635" name="Group 11"/>
            <p:cNvGrpSpPr>
              <a:grpSpLocks/>
            </p:cNvGrpSpPr>
            <p:nvPr/>
          </p:nvGrpSpPr>
          <p:grpSpPr bwMode="auto">
            <a:xfrm>
              <a:off x="105" y="1198"/>
              <a:ext cx="1140" cy="944"/>
              <a:chOff x="161" y="1120"/>
              <a:chExt cx="1140" cy="944"/>
            </a:xfrm>
          </p:grpSpPr>
          <p:sp>
            <p:nvSpPr>
              <p:cNvPr id="26636" name="_s1034"/>
              <p:cNvSpPr>
                <a:spLocks noChangeArrowheads="1" noTextEdit="1"/>
              </p:cNvSpPr>
              <p:nvPr/>
            </p:nvSpPr>
            <p:spPr bwMode="auto">
              <a:xfrm>
                <a:off x="192" y="1120"/>
                <a:ext cx="1074" cy="944"/>
              </a:xfrm>
              <a:prstGeom prst="ellipse">
                <a:avLst/>
              </a:prstGeom>
              <a:solidFill>
                <a:srgbClr val="CC9900">
                  <a:alpha val="50000"/>
                </a:srgbClr>
              </a:solidFill>
              <a:ln w="9525">
                <a:noFill/>
                <a:round/>
                <a:headEnd/>
                <a:tailEnd/>
              </a:ln>
              <a:effectLst>
                <a:prstShdw prst="shdw18" dist="17961" dir="13500000">
                  <a:srgbClr val="CC9900">
                    <a:gamma/>
                    <a:shade val="60000"/>
                    <a:invGamma/>
                  </a:srgbClr>
                </a:prstShdw>
              </a:effectLst>
            </p:spPr>
            <p:txBody>
              <a:bodyPr anchor="ctr"/>
              <a:lstStyle/>
              <a:p>
                <a:endParaRPr lang="en-US"/>
              </a:p>
            </p:txBody>
          </p:sp>
          <p:sp>
            <p:nvSpPr>
              <p:cNvPr id="26637" name="Text Box 13"/>
              <p:cNvSpPr txBox="1">
                <a:spLocks noChangeArrowheads="1"/>
              </p:cNvSpPr>
              <p:nvPr/>
            </p:nvSpPr>
            <p:spPr bwMode="auto">
              <a:xfrm>
                <a:off x="161" y="1430"/>
                <a:ext cx="1140"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Intolerance</a:t>
                </a:r>
              </a:p>
            </p:txBody>
          </p:sp>
        </p:grpSp>
        <p:pic>
          <p:nvPicPr>
            <p:cNvPr id="26638" name="Picture 14"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6012" t="9073" r="-8214" b="82863"/>
            <a:stretch>
              <a:fillRect/>
            </a:stretch>
          </p:blipFill>
          <p:spPr bwMode="auto">
            <a:xfrm>
              <a:off x="144" y="1695"/>
              <a:ext cx="816" cy="384"/>
            </a:xfrm>
            <a:prstGeom prst="rect">
              <a:avLst/>
            </a:prstGeom>
            <a:noFill/>
          </p:spPr>
        </p:pic>
      </p:grpSp>
      <p:grpSp>
        <p:nvGrpSpPr>
          <p:cNvPr id="26639" name="Group 15"/>
          <p:cNvGrpSpPr>
            <a:grpSpLocks/>
          </p:cNvGrpSpPr>
          <p:nvPr/>
        </p:nvGrpSpPr>
        <p:grpSpPr bwMode="auto">
          <a:xfrm>
            <a:off x="155575" y="3405188"/>
            <a:ext cx="1828800" cy="1498600"/>
            <a:chOff x="98" y="2145"/>
            <a:chExt cx="1152" cy="944"/>
          </a:xfrm>
        </p:grpSpPr>
        <p:grpSp>
          <p:nvGrpSpPr>
            <p:cNvPr id="26640" name="Group 16"/>
            <p:cNvGrpSpPr>
              <a:grpSpLocks/>
            </p:cNvGrpSpPr>
            <p:nvPr/>
          </p:nvGrpSpPr>
          <p:grpSpPr bwMode="auto">
            <a:xfrm>
              <a:off x="98" y="2145"/>
              <a:ext cx="1152" cy="944"/>
              <a:chOff x="48" y="2080"/>
              <a:chExt cx="1152" cy="944"/>
            </a:xfrm>
          </p:grpSpPr>
          <p:sp>
            <p:nvSpPr>
              <p:cNvPr id="26641" name="_s1032"/>
              <p:cNvSpPr>
                <a:spLocks noChangeArrowheads="1" noTextEdit="1"/>
              </p:cNvSpPr>
              <p:nvPr/>
            </p:nvSpPr>
            <p:spPr bwMode="auto">
              <a:xfrm>
                <a:off x="48" y="2080"/>
                <a:ext cx="1152" cy="944"/>
              </a:xfrm>
              <a:prstGeom prst="ellipse">
                <a:avLst/>
              </a:prstGeom>
              <a:solidFill>
                <a:srgbClr val="F1FD09">
                  <a:alpha val="50000"/>
                </a:srgbClr>
              </a:solidFill>
              <a:ln w="9525">
                <a:noFill/>
                <a:round/>
                <a:headEnd/>
                <a:tailEnd/>
              </a:ln>
              <a:effectLst>
                <a:prstShdw prst="shdw18" dist="17961" dir="13500000">
                  <a:srgbClr val="F1FD09">
                    <a:gamma/>
                    <a:shade val="60000"/>
                    <a:invGamma/>
                  </a:srgbClr>
                </a:prstShdw>
              </a:effectLst>
            </p:spPr>
            <p:txBody>
              <a:bodyPr anchor="ctr"/>
              <a:lstStyle/>
              <a:p>
                <a:endParaRPr lang="en-US"/>
              </a:p>
            </p:txBody>
          </p:sp>
          <p:sp>
            <p:nvSpPr>
              <p:cNvPr id="26642" name="Text Box 18"/>
              <p:cNvSpPr txBox="1">
                <a:spLocks noChangeArrowheads="1"/>
              </p:cNvSpPr>
              <p:nvPr/>
            </p:nvSpPr>
            <p:spPr bwMode="auto">
              <a:xfrm>
                <a:off x="68" y="2388"/>
                <a:ext cx="1099" cy="288"/>
              </a:xfrm>
              <a:prstGeom prst="rect">
                <a:avLst/>
              </a:prstGeom>
              <a:noFill/>
              <a:ln w="9525">
                <a:noFill/>
                <a:miter lim="800000"/>
                <a:headEnd/>
                <a:tailEnd/>
              </a:ln>
              <a:effectLst/>
            </p:spPr>
            <p:txBody>
              <a:bodyPr wrap="none">
                <a:spAutoFit/>
              </a:bodyPr>
              <a:lstStyle/>
              <a:p>
                <a:pPr algn="ctr" eaLnBrk="1" hangingPunct="1"/>
                <a:r>
                  <a:rPr lang="en-US" sz="2400" b="1">
                    <a:latin typeface="Arial" charset="0"/>
                    <a:cs typeface="Arial" charset="0"/>
                  </a:rPr>
                  <a:t>Disrespect</a:t>
                </a:r>
              </a:p>
            </p:txBody>
          </p:sp>
        </p:grpSp>
        <p:pic>
          <p:nvPicPr>
            <p:cNvPr id="26643" name="Picture 19"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5774" t="18137" r="-14436" b="74841"/>
            <a:stretch>
              <a:fillRect/>
            </a:stretch>
          </p:blipFill>
          <p:spPr bwMode="auto">
            <a:xfrm>
              <a:off x="200" y="2720"/>
              <a:ext cx="868" cy="334"/>
            </a:xfrm>
            <a:prstGeom prst="rect">
              <a:avLst/>
            </a:prstGeom>
            <a:noFill/>
          </p:spPr>
        </p:pic>
      </p:grpSp>
      <p:grpSp>
        <p:nvGrpSpPr>
          <p:cNvPr id="26644" name="Group 20"/>
          <p:cNvGrpSpPr>
            <a:grpSpLocks/>
          </p:cNvGrpSpPr>
          <p:nvPr/>
        </p:nvGrpSpPr>
        <p:grpSpPr bwMode="auto">
          <a:xfrm>
            <a:off x="990600" y="4751388"/>
            <a:ext cx="1903413" cy="1497012"/>
            <a:chOff x="624" y="2993"/>
            <a:chExt cx="1199" cy="943"/>
          </a:xfrm>
        </p:grpSpPr>
        <p:grpSp>
          <p:nvGrpSpPr>
            <p:cNvPr id="26645" name="Group 21"/>
            <p:cNvGrpSpPr>
              <a:grpSpLocks/>
            </p:cNvGrpSpPr>
            <p:nvPr/>
          </p:nvGrpSpPr>
          <p:grpSpPr bwMode="auto">
            <a:xfrm>
              <a:off x="649" y="2993"/>
              <a:ext cx="1174" cy="943"/>
              <a:chOff x="554" y="2945"/>
              <a:chExt cx="1174" cy="943"/>
            </a:xfrm>
          </p:grpSpPr>
          <p:sp>
            <p:nvSpPr>
              <p:cNvPr id="26646" name="_s1030"/>
              <p:cNvSpPr>
                <a:spLocks noChangeArrowheads="1" noTextEdit="1"/>
              </p:cNvSpPr>
              <p:nvPr/>
            </p:nvSpPr>
            <p:spPr bwMode="auto">
              <a:xfrm>
                <a:off x="554" y="2945"/>
                <a:ext cx="1174" cy="943"/>
              </a:xfrm>
              <a:prstGeom prst="ellipse">
                <a:avLst/>
              </a:prstGeom>
              <a:solidFill>
                <a:srgbClr val="F60802">
                  <a:alpha val="50000"/>
                </a:srgbClr>
              </a:solidFill>
              <a:ln w="9525">
                <a:noFill/>
                <a:round/>
                <a:headEnd/>
                <a:tailEnd/>
              </a:ln>
              <a:effectLst>
                <a:prstShdw prst="shdw18" dist="17961" dir="13500000">
                  <a:srgbClr val="F60802">
                    <a:gamma/>
                    <a:shade val="60000"/>
                    <a:invGamma/>
                  </a:srgbClr>
                </a:prstShdw>
              </a:effectLst>
            </p:spPr>
            <p:txBody>
              <a:bodyPr anchor="ctr"/>
              <a:lstStyle/>
              <a:p>
                <a:endParaRPr lang="en-US"/>
              </a:p>
            </p:txBody>
          </p:sp>
          <p:sp>
            <p:nvSpPr>
              <p:cNvPr id="26647" name="Text Box 23"/>
              <p:cNvSpPr txBox="1">
                <a:spLocks noChangeArrowheads="1"/>
              </p:cNvSpPr>
              <p:nvPr/>
            </p:nvSpPr>
            <p:spPr bwMode="auto">
              <a:xfrm>
                <a:off x="760" y="3257"/>
                <a:ext cx="756" cy="288"/>
              </a:xfrm>
              <a:prstGeom prst="rect">
                <a:avLst/>
              </a:prstGeom>
              <a:noFill/>
              <a:ln w="9525">
                <a:noFill/>
                <a:miter lim="800000"/>
                <a:headEnd/>
                <a:tailEnd/>
              </a:ln>
              <a:effectLst/>
            </p:spPr>
            <p:txBody>
              <a:bodyPr wrap="none">
                <a:spAutoFit/>
              </a:bodyPr>
              <a:lstStyle/>
              <a:p>
                <a:pPr algn="ctr" eaLnBrk="1" hangingPunct="1"/>
                <a:r>
                  <a:rPr lang="en-US" sz="2400" b="1">
                    <a:solidFill>
                      <a:schemeClr val="bg1"/>
                    </a:solidFill>
                    <a:latin typeface="Arial" charset="0"/>
                    <a:cs typeface="Arial" charset="0"/>
                  </a:rPr>
                  <a:t>Enmity</a:t>
                </a:r>
              </a:p>
            </p:txBody>
          </p:sp>
        </p:grpSp>
        <p:pic>
          <p:nvPicPr>
            <p:cNvPr id="26648" name="Picture 24"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11783" t="25200" r="-19945" b="66727"/>
            <a:stretch>
              <a:fillRect/>
            </a:stretch>
          </p:blipFill>
          <p:spPr bwMode="auto">
            <a:xfrm>
              <a:off x="624" y="3516"/>
              <a:ext cx="864" cy="384"/>
            </a:xfrm>
            <a:prstGeom prst="rect">
              <a:avLst/>
            </a:prstGeom>
            <a:noFill/>
          </p:spPr>
        </p:pic>
      </p:grpSp>
      <p:grpSp>
        <p:nvGrpSpPr>
          <p:cNvPr id="26649" name="Group 25"/>
          <p:cNvGrpSpPr>
            <a:grpSpLocks/>
          </p:cNvGrpSpPr>
          <p:nvPr/>
        </p:nvGrpSpPr>
        <p:grpSpPr bwMode="auto">
          <a:xfrm>
            <a:off x="2776538" y="5373688"/>
            <a:ext cx="1828800" cy="1511300"/>
            <a:chOff x="1749" y="3385"/>
            <a:chExt cx="1152" cy="952"/>
          </a:xfrm>
        </p:grpSpPr>
        <p:grpSp>
          <p:nvGrpSpPr>
            <p:cNvPr id="26650" name="Group 26"/>
            <p:cNvGrpSpPr>
              <a:grpSpLocks/>
            </p:cNvGrpSpPr>
            <p:nvPr/>
          </p:nvGrpSpPr>
          <p:grpSpPr bwMode="auto">
            <a:xfrm>
              <a:off x="1749" y="3385"/>
              <a:ext cx="1152" cy="943"/>
              <a:chOff x="1680" y="3360"/>
              <a:chExt cx="1152" cy="943"/>
            </a:xfrm>
          </p:grpSpPr>
          <p:sp>
            <p:nvSpPr>
              <p:cNvPr id="26651" name="_s1032"/>
              <p:cNvSpPr>
                <a:spLocks noChangeArrowheads="1" noTextEdit="1"/>
              </p:cNvSpPr>
              <p:nvPr/>
            </p:nvSpPr>
            <p:spPr bwMode="auto">
              <a:xfrm>
                <a:off x="1680" y="3360"/>
                <a:ext cx="1152" cy="943"/>
              </a:xfrm>
              <a:prstGeom prst="ellipse">
                <a:avLst/>
              </a:prstGeom>
              <a:solidFill>
                <a:srgbClr val="FFCC66">
                  <a:alpha val="50000"/>
                </a:srgbClr>
              </a:solidFill>
              <a:ln w="9525">
                <a:noFill/>
                <a:round/>
                <a:headEnd/>
                <a:tailEnd/>
              </a:ln>
              <a:effectLst>
                <a:prstShdw prst="shdw17" dist="17961" dir="2700000">
                  <a:srgbClr val="FFCC66">
                    <a:gamma/>
                    <a:shade val="60000"/>
                    <a:invGamma/>
                  </a:srgbClr>
                </a:prstShdw>
              </a:effectLst>
            </p:spPr>
            <p:txBody>
              <a:bodyPr anchor="ctr"/>
              <a:lstStyle/>
              <a:p>
                <a:endParaRPr lang="en-US"/>
              </a:p>
            </p:txBody>
          </p:sp>
          <p:sp>
            <p:nvSpPr>
              <p:cNvPr id="26652" name="Text Box 28"/>
              <p:cNvSpPr txBox="1">
                <a:spLocks noChangeArrowheads="1"/>
              </p:cNvSpPr>
              <p:nvPr/>
            </p:nvSpPr>
            <p:spPr bwMode="auto">
              <a:xfrm>
                <a:off x="1828" y="3683"/>
                <a:ext cx="873" cy="288"/>
              </a:xfrm>
              <a:prstGeom prst="rect">
                <a:avLst/>
              </a:prstGeom>
              <a:noFill/>
              <a:ln w="9525">
                <a:noFill/>
                <a:miter lim="800000"/>
                <a:headEnd/>
                <a:tailEnd/>
              </a:ln>
              <a:effectLst/>
            </p:spPr>
            <p:txBody>
              <a:bodyPr wrap="none">
                <a:spAutoFit/>
              </a:bodyPr>
              <a:lstStyle/>
              <a:p>
                <a:pPr marL="342900" indent="-342900" algn="ctr" eaLnBrk="1" hangingPunct="1"/>
                <a:r>
                  <a:rPr lang="en-US" sz="2400" b="1">
                    <a:latin typeface="Arial" charset="0"/>
                    <a:cs typeface="Arial" charset="0"/>
                  </a:rPr>
                  <a:t>Hostility</a:t>
                </a:r>
              </a:p>
            </p:txBody>
          </p:sp>
        </p:grpSp>
        <p:pic>
          <p:nvPicPr>
            <p:cNvPr id="26653" name="Picture 29"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11549" t="33249" r="-13715" b="56584"/>
            <a:stretch>
              <a:fillRect/>
            </a:stretch>
          </p:blipFill>
          <p:spPr bwMode="auto">
            <a:xfrm>
              <a:off x="1774" y="3854"/>
              <a:ext cx="816" cy="483"/>
            </a:xfrm>
            <a:prstGeom prst="rect">
              <a:avLst/>
            </a:prstGeom>
            <a:noFill/>
          </p:spPr>
        </p:pic>
      </p:grpSp>
      <p:grpSp>
        <p:nvGrpSpPr>
          <p:cNvPr id="26654" name="Group 30"/>
          <p:cNvGrpSpPr>
            <a:grpSpLocks/>
          </p:cNvGrpSpPr>
          <p:nvPr/>
        </p:nvGrpSpPr>
        <p:grpSpPr bwMode="auto">
          <a:xfrm>
            <a:off x="4506913" y="5372100"/>
            <a:ext cx="1944687" cy="1500188"/>
            <a:chOff x="2839" y="3384"/>
            <a:chExt cx="1225" cy="945"/>
          </a:xfrm>
        </p:grpSpPr>
        <p:grpSp>
          <p:nvGrpSpPr>
            <p:cNvPr id="26655" name="Group 31"/>
            <p:cNvGrpSpPr>
              <a:grpSpLocks/>
            </p:cNvGrpSpPr>
            <p:nvPr/>
          </p:nvGrpSpPr>
          <p:grpSpPr bwMode="auto">
            <a:xfrm>
              <a:off x="2839" y="3384"/>
              <a:ext cx="1225" cy="945"/>
              <a:chOff x="2839" y="3408"/>
              <a:chExt cx="1225" cy="945"/>
            </a:xfrm>
          </p:grpSpPr>
          <p:sp>
            <p:nvSpPr>
              <p:cNvPr id="26656" name="_s1032"/>
              <p:cNvSpPr>
                <a:spLocks noChangeArrowheads="1" noTextEdit="1"/>
              </p:cNvSpPr>
              <p:nvPr/>
            </p:nvSpPr>
            <p:spPr bwMode="auto">
              <a:xfrm>
                <a:off x="2880" y="3408"/>
                <a:ext cx="1152" cy="945"/>
              </a:xfrm>
              <a:prstGeom prst="ellipse">
                <a:avLst/>
              </a:prstGeom>
              <a:solidFill>
                <a:srgbClr val="9900CC">
                  <a:alpha val="50000"/>
                </a:srgbClr>
              </a:solidFill>
              <a:ln w="9525">
                <a:noFill/>
                <a:round/>
                <a:headEnd/>
                <a:tailEnd/>
              </a:ln>
              <a:effectLst>
                <a:prstShdw prst="shdw17" dist="17961" dir="2700000">
                  <a:srgbClr val="9900CC">
                    <a:gamma/>
                    <a:shade val="60000"/>
                    <a:invGamma/>
                  </a:srgbClr>
                </a:prstShdw>
              </a:effectLst>
            </p:spPr>
            <p:txBody>
              <a:bodyPr anchor="ctr"/>
              <a:lstStyle/>
              <a:p>
                <a:endParaRPr lang="en-US"/>
              </a:p>
            </p:txBody>
          </p:sp>
          <p:sp>
            <p:nvSpPr>
              <p:cNvPr id="26657" name="Text Box 33"/>
              <p:cNvSpPr txBox="1">
                <a:spLocks noChangeArrowheads="1"/>
              </p:cNvSpPr>
              <p:nvPr/>
            </p:nvSpPr>
            <p:spPr bwMode="auto">
              <a:xfrm>
                <a:off x="2839" y="3744"/>
                <a:ext cx="1225"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Antagonism</a:t>
                </a:r>
              </a:p>
            </p:txBody>
          </p:sp>
        </p:grpSp>
        <p:pic>
          <p:nvPicPr>
            <p:cNvPr id="26658" name="Picture 34"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17560" t="42343" r="-19725" b="49574"/>
            <a:stretch>
              <a:fillRect/>
            </a:stretch>
          </p:blipFill>
          <p:spPr bwMode="auto">
            <a:xfrm>
              <a:off x="3006" y="3918"/>
              <a:ext cx="816" cy="384"/>
            </a:xfrm>
            <a:prstGeom prst="rect">
              <a:avLst/>
            </a:prstGeom>
            <a:noFill/>
          </p:spPr>
        </p:pic>
      </p:grpSp>
      <p:grpSp>
        <p:nvGrpSpPr>
          <p:cNvPr id="26659" name="Group 35"/>
          <p:cNvGrpSpPr>
            <a:grpSpLocks/>
          </p:cNvGrpSpPr>
          <p:nvPr/>
        </p:nvGrpSpPr>
        <p:grpSpPr bwMode="auto">
          <a:xfrm>
            <a:off x="6238875" y="4751388"/>
            <a:ext cx="1698625" cy="1497012"/>
            <a:chOff x="3930" y="2993"/>
            <a:chExt cx="1070" cy="943"/>
          </a:xfrm>
        </p:grpSpPr>
        <p:grpSp>
          <p:nvGrpSpPr>
            <p:cNvPr id="26660" name="Group 36"/>
            <p:cNvGrpSpPr>
              <a:grpSpLocks/>
            </p:cNvGrpSpPr>
            <p:nvPr/>
          </p:nvGrpSpPr>
          <p:grpSpPr bwMode="auto">
            <a:xfrm>
              <a:off x="3930" y="2993"/>
              <a:ext cx="1070" cy="943"/>
              <a:chOff x="4017" y="2993"/>
              <a:chExt cx="1070" cy="943"/>
            </a:xfrm>
          </p:grpSpPr>
          <p:sp>
            <p:nvSpPr>
              <p:cNvPr id="26661" name="_s1036"/>
              <p:cNvSpPr>
                <a:spLocks noChangeArrowheads="1" noTextEdit="1"/>
              </p:cNvSpPr>
              <p:nvPr/>
            </p:nvSpPr>
            <p:spPr bwMode="auto">
              <a:xfrm>
                <a:off x="4017" y="2993"/>
                <a:ext cx="1070" cy="943"/>
              </a:xfrm>
              <a:prstGeom prst="ellipse">
                <a:avLst/>
              </a:prstGeom>
              <a:solidFill>
                <a:srgbClr val="FF00FF">
                  <a:alpha val="50000"/>
                </a:srgbClr>
              </a:solidFill>
              <a:ln w="9525">
                <a:noFill/>
                <a:round/>
                <a:headEnd/>
                <a:tailEnd/>
              </a:ln>
              <a:effectLst>
                <a:prstShdw prst="shdw17" dist="17961" dir="2700000">
                  <a:srgbClr val="FF00FF">
                    <a:gamma/>
                    <a:shade val="60000"/>
                    <a:invGamma/>
                  </a:srgbClr>
                </a:prstShdw>
              </a:effectLst>
            </p:spPr>
            <p:txBody>
              <a:bodyPr anchor="ctr"/>
              <a:lstStyle/>
              <a:p>
                <a:endParaRPr lang="en-US"/>
              </a:p>
            </p:txBody>
          </p:sp>
          <p:sp>
            <p:nvSpPr>
              <p:cNvPr id="26662" name="Text Box 38"/>
              <p:cNvSpPr txBox="1">
                <a:spLocks noChangeArrowheads="1"/>
              </p:cNvSpPr>
              <p:nvPr/>
            </p:nvSpPr>
            <p:spPr bwMode="auto">
              <a:xfrm>
                <a:off x="4272" y="3312"/>
                <a:ext cx="703" cy="288"/>
              </a:xfrm>
              <a:prstGeom prst="rect">
                <a:avLst/>
              </a:prstGeom>
              <a:noFill/>
              <a:ln w="9525">
                <a:noFill/>
                <a:miter lim="800000"/>
                <a:headEnd/>
                <a:tailEnd/>
              </a:ln>
              <a:effectLst/>
            </p:spPr>
            <p:txBody>
              <a:bodyPr wrap="none">
                <a:spAutoFit/>
              </a:bodyPr>
              <a:lstStyle/>
              <a:p>
                <a:pPr eaLnBrk="1" hangingPunct="1"/>
                <a:r>
                  <a:rPr lang="en-US" sz="2400" b="1">
                    <a:solidFill>
                      <a:schemeClr val="bg1"/>
                    </a:solidFill>
                    <a:latin typeface="Arial" charset="0"/>
                    <a:cs typeface="Arial" charset="0"/>
                  </a:rPr>
                  <a:t>Chaos</a:t>
                </a:r>
              </a:p>
            </p:txBody>
          </p:sp>
        </p:grpSp>
        <p:pic>
          <p:nvPicPr>
            <p:cNvPr id="26663" name="Picture 39"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23570" t="51436" r="-25735" b="40480"/>
            <a:stretch>
              <a:fillRect/>
            </a:stretch>
          </p:blipFill>
          <p:spPr bwMode="auto">
            <a:xfrm>
              <a:off x="4032" y="3522"/>
              <a:ext cx="816" cy="384"/>
            </a:xfrm>
            <a:prstGeom prst="rect">
              <a:avLst/>
            </a:prstGeom>
            <a:noFill/>
          </p:spPr>
        </p:pic>
      </p:grpSp>
      <p:grpSp>
        <p:nvGrpSpPr>
          <p:cNvPr id="26664" name="Group 40"/>
          <p:cNvGrpSpPr>
            <a:grpSpLocks/>
          </p:cNvGrpSpPr>
          <p:nvPr/>
        </p:nvGrpSpPr>
        <p:grpSpPr bwMode="auto">
          <a:xfrm>
            <a:off x="7080250" y="3406775"/>
            <a:ext cx="1827213" cy="1497013"/>
            <a:chOff x="4460" y="2146"/>
            <a:chExt cx="1151" cy="943"/>
          </a:xfrm>
        </p:grpSpPr>
        <p:grpSp>
          <p:nvGrpSpPr>
            <p:cNvPr id="26665" name="Group 41"/>
            <p:cNvGrpSpPr>
              <a:grpSpLocks/>
            </p:cNvGrpSpPr>
            <p:nvPr/>
          </p:nvGrpSpPr>
          <p:grpSpPr bwMode="auto">
            <a:xfrm>
              <a:off x="4460" y="2146"/>
              <a:ext cx="1151" cy="943"/>
              <a:chOff x="4460" y="2160"/>
              <a:chExt cx="1151" cy="943"/>
            </a:xfrm>
          </p:grpSpPr>
          <p:sp>
            <p:nvSpPr>
              <p:cNvPr id="26666" name="_s1036"/>
              <p:cNvSpPr>
                <a:spLocks noChangeArrowheads="1" noTextEdit="1"/>
              </p:cNvSpPr>
              <p:nvPr/>
            </p:nvSpPr>
            <p:spPr bwMode="auto">
              <a:xfrm>
                <a:off x="4499" y="2160"/>
                <a:ext cx="1069" cy="943"/>
              </a:xfrm>
              <a:prstGeom prst="ellipse">
                <a:avLst/>
              </a:prstGeom>
              <a:solidFill>
                <a:srgbClr val="003366">
                  <a:alpha val="50000"/>
                </a:srgbClr>
              </a:solidFill>
              <a:ln w="9525">
                <a:noFill/>
                <a:round/>
                <a:headEnd/>
                <a:tailEnd/>
              </a:ln>
              <a:effectLst>
                <a:prstShdw prst="shdw18" dist="17961" dir="13500000">
                  <a:srgbClr val="003366">
                    <a:gamma/>
                    <a:shade val="60000"/>
                    <a:invGamma/>
                  </a:srgbClr>
                </a:prstShdw>
              </a:effectLst>
            </p:spPr>
            <p:txBody>
              <a:bodyPr anchor="ctr"/>
              <a:lstStyle/>
              <a:p>
                <a:endParaRPr lang="en-US"/>
              </a:p>
            </p:txBody>
          </p:sp>
          <p:sp>
            <p:nvSpPr>
              <p:cNvPr id="26667" name="Text Box 43"/>
              <p:cNvSpPr txBox="1">
                <a:spLocks noChangeArrowheads="1"/>
              </p:cNvSpPr>
              <p:nvPr/>
            </p:nvSpPr>
            <p:spPr bwMode="auto">
              <a:xfrm>
                <a:off x="4460" y="2496"/>
                <a:ext cx="1151"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Dishonesty</a:t>
                </a:r>
              </a:p>
            </p:txBody>
          </p:sp>
        </p:grpSp>
        <p:pic>
          <p:nvPicPr>
            <p:cNvPr id="26668" name="Picture 44"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23570" t="58510" r="-31746" b="32396"/>
            <a:stretch>
              <a:fillRect/>
            </a:stretch>
          </p:blipFill>
          <p:spPr bwMode="auto">
            <a:xfrm>
              <a:off x="4719" y="2655"/>
              <a:ext cx="864" cy="432"/>
            </a:xfrm>
            <a:prstGeom prst="rect">
              <a:avLst/>
            </a:prstGeom>
            <a:noFill/>
          </p:spPr>
        </p:pic>
      </p:grpSp>
      <p:grpSp>
        <p:nvGrpSpPr>
          <p:cNvPr id="26669" name="Group 45"/>
          <p:cNvGrpSpPr>
            <a:grpSpLocks/>
          </p:cNvGrpSpPr>
          <p:nvPr/>
        </p:nvGrpSpPr>
        <p:grpSpPr bwMode="auto">
          <a:xfrm>
            <a:off x="7123113" y="1901825"/>
            <a:ext cx="1739900" cy="1500188"/>
            <a:chOff x="4487" y="1198"/>
            <a:chExt cx="1096" cy="945"/>
          </a:xfrm>
        </p:grpSpPr>
        <p:grpSp>
          <p:nvGrpSpPr>
            <p:cNvPr id="26670" name="Group 46"/>
            <p:cNvGrpSpPr>
              <a:grpSpLocks/>
            </p:cNvGrpSpPr>
            <p:nvPr/>
          </p:nvGrpSpPr>
          <p:grpSpPr bwMode="auto">
            <a:xfrm>
              <a:off x="4487" y="1198"/>
              <a:ext cx="1096" cy="945"/>
              <a:chOff x="4472" y="1215"/>
              <a:chExt cx="1096" cy="945"/>
            </a:xfrm>
          </p:grpSpPr>
          <p:sp>
            <p:nvSpPr>
              <p:cNvPr id="26671" name="_s1036"/>
              <p:cNvSpPr>
                <a:spLocks noChangeArrowheads="1" noTextEdit="1"/>
              </p:cNvSpPr>
              <p:nvPr/>
            </p:nvSpPr>
            <p:spPr bwMode="auto">
              <a:xfrm>
                <a:off x="4472" y="1215"/>
                <a:ext cx="1096" cy="945"/>
              </a:xfrm>
              <a:prstGeom prst="ellipse">
                <a:avLst/>
              </a:prstGeom>
              <a:solidFill>
                <a:srgbClr val="003300">
                  <a:alpha val="50000"/>
                </a:srgbClr>
              </a:solidFill>
              <a:ln w="9525">
                <a:noFill/>
                <a:round/>
                <a:headEnd/>
                <a:tailEnd/>
              </a:ln>
              <a:effectLst>
                <a:prstShdw prst="shdw18" dist="17961" dir="13500000">
                  <a:srgbClr val="003300">
                    <a:gamma/>
                    <a:shade val="60000"/>
                    <a:invGamma/>
                  </a:srgbClr>
                </a:prstShdw>
              </a:effectLst>
            </p:spPr>
            <p:txBody>
              <a:bodyPr anchor="ctr"/>
              <a:lstStyle/>
              <a:p>
                <a:endParaRPr lang="en-US"/>
              </a:p>
            </p:txBody>
          </p:sp>
          <p:sp>
            <p:nvSpPr>
              <p:cNvPr id="26672" name="Text Box 48"/>
              <p:cNvSpPr txBox="1">
                <a:spLocks noChangeArrowheads="1"/>
              </p:cNvSpPr>
              <p:nvPr/>
            </p:nvSpPr>
            <p:spPr bwMode="auto">
              <a:xfrm>
                <a:off x="4613" y="1521"/>
                <a:ext cx="864" cy="288"/>
              </a:xfrm>
              <a:prstGeom prst="rect">
                <a:avLst/>
              </a:prstGeom>
              <a:noFill/>
              <a:ln w="9525">
                <a:noFill/>
                <a:miter lim="800000"/>
                <a:headEnd/>
                <a:tailEnd/>
              </a:ln>
              <a:effectLst/>
            </p:spPr>
            <p:txBody>
              <a:bodyPr wrap="none">
                <a:spAutoFit/>
              </a:bodyPr>
              <a:lstStyle/>
              <a:p>
                <a:pPr marL="342900" indent="-342900" algn="ctr" eaLnBrk="1" hangingPunct="1"/>
                <a:r>
                  <a:rPr lang="en-US" sz="2400" b="1">
                    <a:solidFill>
                      <a:schemeClr val="bg1"/>
                    </a:solidFill>
                    <a:latin typeface="Arial" charset="0"/>
                    <a:cs typeface="Arial" charset="0"/>
                  </a:rPr>
                  <a:t>Scarcity</a:t>
                </a:r>
              </a:p>
            </p:txBody>
          </p:sp>
        </p:grpSp>
        <p:pic>
          <p:nvPicPr>
            <p:cNvPr id="26673" name="Picture 49"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23570" t="67604" r="-25735" b="25322"/>
            <a:stretch>
              <a:fillRect/>
            </a:stretch>
          </p:blipFill>
          <p:spPr bwMode="auto">
            <a:xfrm>
              <a:off x="4608" y="1695"/>
              <a:ext cx="816" cy="336"/>
            </a:xfrm>
            <a:prstGeom prst="rect">
              <a:avLst/>
            </a:prstGeom>
            <a:noFill/>
          </p:spPr>
        </p:pic>
      </p:grpSp>
      <p:grpSp>
        <p:nvGrpSpPr>
          <p:cNvPr id="26674" name="Group 50"/>
          <p:cNvGrpSpPr>
            <a:grpSpLocks/>
          </p:cNvGrpSpPr>
          <p:nvPr/>
        </p:nvGrpSpPr>
        <p:grpSpPr bwMode="auto">
          <a:xfrm>
            <a:off x="6188075" y="631825"/>
            <a:ext cx="1800225" cy="1466850"/>
            <a:chOff x="3898" y="398"/>
            <a:chExt cx="1134" cy="924"/>
          </a:xfrm>
        </p:grpSpPr>
        <p:grpSp>
          <p:nvGrpSpPr>
            <p:cNvPr id="26675" name="Group 51"/>
            <p:cNvGrpSpPr>
              <a:grpSpLocks/>
            </p:cNvGrpSpPr>
            <p:nvPr/>
          </p:nvGrpSpPr>
          <p:grpSpPr bwMode="auto">
            <a:xfrm>
              <a:off x="3898" y="398"/>
              <a:ext cx="1134" cy="924"/>
              <a:chOff x="3898" y="432"/>
              <a:chExt cx="1134" cy="924"/>
            </a:xfrm>
          </p:grpSpPr>
          <p:sp>
            <p:nvSpPr>
              <p:cNvPr id="26676" name="_s1034"/>
              <p:cNvSpPr>
                <a:spLocks noChangeArrowheads="1" noTextEdit="1"/>
              </p:cNvSpPr>
              <p:nvPr/>
            </p:nvSpPr>
            <p:spPr bwMode="auto">
              <a:xfrm>
                <a:off x="3905" y="432"/>
                <a:ext cx="1096" cy="924"/>
              </a:xfrm>
              <a:prstGeom prst="ellipse">
                <a:avLst/>
              </a:prstGeom>
              <a:solidFill>
                <a:srgbClr val="969696">
                  <a:alpha val="50000"/>
                </a:srgbClr>
              </a:solidFill>
              <a:ln w="9525">
                <a:noFill/>
                <a:round/>
                <a:headEnd/>
                <a:tailEnd/>
              </a:ln>
              <a:effectLst>
                <a:prstShdw prst="shdw18" dist="17961" dir="13500000">
                  <a:srgbClr val="969696">
                    <a:gamma/>
                    <a:shade val="60000"/>
                    <a:invGamma/>
                  </a:srgbClr>
                </a:prstShdw>
              </a:effectLst>
            </p:spPr>
            <p:txBody>
              <a:bodyPr anchor="ctr"/>
              <a:lstStyle/>
              <a:p>
                <a:endParaRPr lang="en-US"/>
              </a:p>
            </p:txBody>
          </p:sp>
          <p:sp>
            <p:nvSpPr>
              <p:cNvPr id="26677" name="Text Box 53"/>
              <p:cNvSpPr txBox="1">
                <a:spLocks noChangeArrowheads="1"/>
              </p:cNvSpPr>
              <p:nvPr/>
            </p:nvSpPr>
            <p:spPr bwMode="auto">
              <a:xfrm>
                <a:off x="3898" y="735"/>
                <a:ext cx="1134" cy="269"/>
              </a:xfrm>
              <a:prstGeom prst="rect">
                <a:avLst/>
              </a:prstGeom>
              <a:noFill/>
              <a:ln w="9525">
                <a:noFill/>
                <a:miter lim="800000"/>
                <a:headEnd/>
                <a:tailEnd/>
              </a:ln>
              <a:effectLst/>
            </p:spPr>
            <p:txBody>
              <a:bodyPr wrap="none">
                <a:spAutoFit/>
              </a:bodyPr>
              <a:lstStyle/>
              <a:p>
                <a:pPr marL="342900" indent="-342900" algn="ctr" eaLnBrk="1" hangingPunct="1"/>
                <a:r>
                  <a:rPr lang="en-US" sz="2200" b="1">
                    <a:solidFill>
                      <a:schemeClr val="bg1"/>
                    </a:solidFill>
                    <a:latin typeface="Arial" charset="0"/>
                    <a:cs typeface="Arial" charset="0"/>
                  </a:rPr>
                  <a:t>Disharmony</a:t>
                </a:r>
              </a:p>
            </p:txBody>
          </p:sp>
        </p:grpSp>
        <p:pic>
          <p:nvPicPr>
            <p:cNvPr id="26678" name="Picture 54"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23570" t="73668" r="-25735" b="16226"/>
            <a:stretch>
              <a:fillRect/>
            </a:stretch>
          </p:blipFill>
          <p:spPr bwMode="auto">
            <a:xfrm>
              <a:off x="4110" y="816"/>
              <a:ext cx="816" cy="480"/>
            </a:xfrm>
            <a:prstGeom prst="rect">
              <a:avLst/>
            </a:prstGeom>
            <a:noFill/>
          </p:spPr>
        </p:pic>
      </p:grpSp>
      <p:grpSp>
        <p:nvGrpSpPr>
          <p:cNvPr id="26679" name="Group 55"/>
          <p:cNvGrpSpPr>
            <a:grpSpLocks/>
          </p:cNvGrpSpPr>
          <p:nvPr/>
        </p:nvGrpSpPr>
        <p:grpSpPr bwMode="auto">
          <a:xfrm>
            <a:off x="4608513" y="38100"/>
            <a:ext cx="1739900" cy="1466850"/>
            <a:chOff x="2903" y="24"/>
            <a:chExt cx="1096" cy="924"/>
          </a:xfrm>
        </p:grpSpPr>
        <p:grpSp>
          <p:nvGrpSpPr>
            <p:cNvPr id="26680" name="Group 56"/>
            <p:cNvGrpSpPr>
              <a:grpSpLocks/>
            </p:cNvGrpSpPr>
            <p:nvPr/>
          </p:nvGrpSpPr>
          <p:grpSpPr bwMode="auto">
            <a:xfrm>
              <a:off x="2903" y="24"/>
              <a:ext cx="1096" cy="924"/>
              <a:chOff x="2880" y="48"/>
              <a:chExt cx="1096" cy="924"/>
            </a:xfrm>
          </p:grpSpPr>
          <p:sp>
            <p:nvSpPr>
              <p:cNvPr id="26681" name="_s1034"/>
              <p:cNvSpPr>
                <a:spLocks noChangeArrowheads="1" noTextEdit="1"/>
              </p:cNvSpPr>
              <p:nvPr/>
            </p:nvSpPr>
            <p:spPr bwMode="auto">
              <a:xfrm>
                <a:off x="2880" y="48"/>
                <a:ext cx="1096" cy="924"/>
              </a:xfrm>
              <a:prstGeom prst="ellipse">
                <a:avLst/>
              </a:prstGeom>
              <a:solidFill>
                <a:srgbClr val="D4DE8E">
                  <a:alpha val="50000"/>
                </a:srgbClr>
              </a:solidFill>
              <a:ln w="9525">
                <a:noFill/>
                <a:round/>
                <a:headEnd/>
                <a:tailEnd/>
              </a:ln>
              <a:effectLst>
                <a:prstShdw prst="shdw18" dist="17961" dir="13500000">
                  <a:srgbClr val="D4DE8E">
                    <a:gamma/>
                    <a:shade val="60000"/>
                    <a:invGamma/>
                  </a:srgbClr>
                </a:prstShdw>
              </a:effectLst>
            </p:spPr>
            <p:txBody>
              <a:bodyPr anchor="ctr"/>
              <a:lstStyle/>
              <a:p>
                <a:endParaRPr lang="en-US"/>
              </a:p>
            </p:txBody>
          </p:sp>
          <p:sp>
            <p:nvSpPr>
              <p:cNvPr id="26682" name="Text Box 58"/>
              <p:cNvSpPr txBox="1">
                <a:spLocks noChangeArrowheads="1"/>
              </p:cNvSpPr>
              <p:nvPr/>
            </p:nvSpPr>
            <p:spPr bwMode="auto">
              <a:xfrm>
                <a:off x="2976" y="300"/>
                <a:ext cx="816" cy="480"/>
              </a:xfrm>
              <a:prstGeom prst="rect">
                <a:avLst/>
              </a:prstGeom>
              <a:noFill/>
              <a:ln w="9525">
                <a:noFill/>
                <a:miter lim="800000"/>
                <a:headEnd/>
                <a:tailEnd/>
              </a:ln>
              <a:effectLst/>
            </p:spPr>
            <p:txBody>
              <a:bodyPr>
                <a:spAutoFit/>
              </a:bodyPr>
              <a:lstStyle/>
              <a:p>
                <a:pPr marL="342900" indent="-342900" eaLnBrk="1" hangingPunct="1"/>
                <a:r>
                  <a:rPr lang="en-US" sz="2200" b="1">
                    <a:solidFill>
                      <a:schemeClr val="bg1"/>
                    </a:solidFill>
                    <a:latin typeface="Arial" charset="0"/>
                    <a:cs typeface="Arial" charset="0"/>
                  </a:rPr>
                  <a:t>Inequity	</a:t>
                </a:r>
              </a:p>
            </p:txBody>
          </p:sp>
        </p:grpSp>
        <p:pic>
          <p:nvPicPr>
            <p:cNvPr id="26683" name="Picture 59"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468" t="83774" r="-19725" b="7130"/>
            <a:stretch>
              <a:fillRect/>
            </a:stretch>
          </p:blipFill>
          <p:spPr bwMode="auto">
            <a:xfrm>
              <a:off x="2910" y="447"/>
              <a:ext cx="960" cy="432"/>
            </a:xfrm>
            <a:prstGeom prst="rect">
              <a:avLst/>
            </a:prstGeom>
            <a:noFill/>
          </p:spPr>
        </p:pic>
      </p:grpSp>
      <p:grpSp>
        <p:nvGrpSpPr>
          <p:cNvPr id="26684" name="Group 60"/>
          <p:cNvGrpSpPr>
            <a:grpSpLocks/>
          </p:cNvGrpSpPr>
          <p:nvPr/>
        </p:nvGrpSpPr>
        <p:grpSpPr bwMode="auto">
          <a:xfrm>
            <a:off x="2697163" y="38100"/>
            <a:ext cx="1989137" cy="1466850"/>
            <a:chOff x="1699" y="24"/>
            <a:chExt cx="1253" cy="924"/>
          </a:xfrm>
        </p:grpSpPr>
        <p:grpSp>
          <p:nvGrpSpPr>
            <p:cNvPr id="26685" name="Group 61"/>
            <p:cNvGrpSpPr>
              <a:grpSpLocks/>
            </p:cNvGrpSpPr>
            <p:nvPr/>
          </p:nvGrpSpPr>
          <p:grpSpPr bwMode="auto">
            <a:xfrm>
              <a:off x="1699" y="24"/>
              <a:ext cx="1253" cy="924"/>
              <a:chOff x="1717" y="48"/>
              <a:chExt cx="1253" cy="924"/>
            </a:xfrm>
          </p:grpSpPr>
          <p:sp>
            <p:nvSpPr>
              <p:cNvPr id="26686" name="_s1034"/>
              <p:cNvSpPr>
                <a:spLocks noChangeArrowheads="1" noTextEdit="1"/>
              </p:cNvSpPr>
              <p:nvPr/>
            </p:nvSpPr>
            <p:spPr bwMode="auto">
              <a:xfrm>
                <a:off x="1784" y="48"/>
                <a:ext cx="1096" cy="924"/>
              </a:xfrm>
              <a:prstGeom prst="ellipse">
                <a:avLst/>
              </a:prstGeom>
              <a:solidFill>
                <a:srgbClr val="01BD0A">
                  <a:alpha val="50000"/>
                </a:srgbClr>
              </a:solidFill>
              <a:ln w="9525">
                <a:noFill/>
                <a:round/>
                <a:headEnd/>
                <a:tailEnd/>
              </a:ln>
              <a:effectLst>
                <a:prstShdw prst="shdw18" dist="17961" dir="13500000">
                  <a:srgbClr val="01BD0A">
                    <a:gamma/>
                    <a:shade val="60000"/>
                    <a:invGamma/>
                  </a:srgbClr>
                </a:prstShdw>
              </a:effectLst>
            </p:spPr>
            <p:txBody>
              <a:bodyPr anchor="ctr"/>
              <a:lstStyle/>
              <a:p>
                <a:endParaRPr lang="en-US"/>
              </a:p>
            </p:txBody>
          </p:sp>
          <p:sp>
            <p:nvSpPr>
              <p:cNvPr id="26687" name="Text Box 63"/>
              <p:cNvSpPr txBox="1">
                <a:spLocks noChangeArrowheads="1"/>
              </p:cNvSpPr>
              <p:nvPr/>
            </p:nvSpPr>
            <p:spPr bwMode="auto">
              <a:xfrm>
                <a:off x="1717" y="334"/>
                <a:ext cx="1253" cy="250"/>
              </a:xfrm>
              <a:prstGeom prst="rect">
                <a:avLst/>
              </a:prstGeom>
              <a:noFill/>
              <a:ln w="9525">
                <a:noFill/>
                <a:miter lim="800000"/>
                <a:headEnd/>
                <a:tailEnd/>
              </a:ln>
              <a:effectLst/>
            </p:spPr>
            <p:txBody>
              <a:bodyPr wrap="none">
                <a:spAutoFit/>
              </a:bodyPr>
              <a:lstStyle/>
              <a:p>
                <a:pPr marL="342900" indent="-342900" algn="ctr" eaLnBrk="1" hangingPunct="1"/>
                <a:r>
                  <a:rPr lang="en-US" sz="2000" b="1">
                    <a:solidFill>
                      <a:schemeClr val="bg1"/>
                    </a:solidFill>
                    <a:latin typeface="Arial" charset="0"/>
                    <a:cs typeface="Arial" charset="0"/>
                  </a:rPr>
                  <a:t>Dissatisfaction</a:t>
                </a:r>
              </a:p>
            </p:txBody>
          </p:sp>
        </p:grpSp>
        <p:pic>
          <p:nvPicPr>
            <p:cNvPr id="26688" name="Picture 64" descr="c"/>
            <p:cNvPicPr>
              <a:picLocks noChangeAspect="1" noChangeArrowheads="1"/>
            </p:cNvPicPr>
            <p:nvPr/>
          </p:nvPicPr>
          <p:blipFill>
            <a:blip r:embed="rId3" cstate="print">
              <a:clrChange>
                <a:clrFrom>
                  <a:srgbClr val="FFFFFF"/>
                </a:clrFrom>
                <a:clrTo>
                  <a:srgbClr val="FFFFFF">
                    <a:alpha val="0"/>
                  </a:srgbClr>
                </a:clrTo>
              </a:clrChange>
              <a:lum bright="100000" contrast="100000"/>
            </a:blip>
            <a:srcRect l="-468" t="90848" r="-1697" b="-955"/>
            <a:stretch>
              <a:fillRect/>
            </a:stretch>
          </p:blipFill>
          <p:spPr bwMode="auto">
            <a:xfrm>
              <a:off x="1872" y="432"/>
              <a:ext cx="816" cy="480"/>
            </a:xfrm>
            <a:prstGeom prst="rect">
              <a:avLst/>
            </a:prstGeom>
            <a:noFill/>
          </p:spPr>
        </p:pic>
      </p:grpSp>
      <p:sp>
        <p:nvSpPr>
          <p:cNvPr id="26689" name="Oval 65"/>
          <p:cNvSpPr>
            <a:spLocks noChangeArrowheads="1"/>
          </p:cNvSpPr>
          <p:nvPr/>
        </p:nvSpPr>
        <p:spPr bwMode="auto">
          <a:xfrm>
            <a:off x="2387600" y="2046288"/>
            <a:ext cx="4241800" cy="2803525"/>
          </a:xfrm>
          <a:prstGeom prst="ellipse">
            <a:avLst/>
          </a:prstGeom>
          <a:solidFill>
            <a:srgbClr val="CC9900">
              <a:alpha val="10001"/>
            </a:srgbClr>
          </a:solidFill>
          <a:ln w="76200">
            <a:solidFill>
              <a:srgbClr val="663300"/>
            </a:solidFill>
            <a:prstDash val="sysDot"/>
            <a:round/>
            <a:headEnd/>
            <a:tailEnd/>
          </a:ln>
          <a:effectLst/>
        </p:spPr>
        <p:txBody>
          <a:bodyPr wrap="none" anchor="ctr"/>
          <a:lstStyle/>
          <a:p>
            <a:pPr algn="ctr" eaLnBrk="1" hangingPunct="1"/>
            <a:r>
              <a:rPr lang="en-US" sz="4500" b="1">
                <a:solidFill>
                  <a:schemeClr val="bg1"/>
                </a:solidFill>
                <a:latin typeface="Arial" charset="0"/>
              </a:rPr>
              <a:t>Impact of </a:t>
            </a:r>
          </a:p>
          <a:p>
            <a:pPr algn="ctr" eaLnBrk="1" hangingPunct="1"/>
            <a:r>
              <a:rPr lang="en-US" sz="4500" b="1">
                <a:solidFill>
                  <a:schemeClr val="bg1"/>
                </a:solidFill>
                <a:latin typeface="Arial" charset="0"/>
              </a:rPr>
              <a:t>Bad </a:t>
            </a:r>
          </a:p>
          <a:p>
            <a:pPr algn="ctr" eaLnBrk="1" hangingPunct="1"/>
            <a:r>
              <a:rPr lang="en-US" sz="4500" b="1">
                <a:solidFill>
                  <a:schemeClr val="bg1"/>
                </a:solidFill>
                <a:latin typeface="Arial" charset="0"/>
              </a:rPr>
              <a:t>Conducts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26629"/>
                                        </p:tgtEl>
                                        <p:attrNameLst>
                                          <p:attrName>style.visibility</p:attrName>
                                        </p:attrNameLst>
                                      </p:cBhvr>
                                      <p:to>
                                        <p:strVal val="visible"/>
                                      </p:to>
                                    </p:set>
                                    <p:anim calcmode="lin" valueType="num">
                                      <p:cBhvr>
                                        <p:cTn id="7" dur="500" fill="hold"/>
                                        <p:tgtEl>
                                          <p:spTgt spid="26629"/>
                                        </p:tgtEl>
                                        <p:attrNameLst>
                                          <p:attrName>ppt_w</p:attrName>
                                        </p:attrNameLst>
                                      </p:cBhvr>
                                      <p:tavLst>
                                        <p:tav tm="0">
                                          <p:val>
                                            <p:fltVal val="0"/>
                                          </p:val>
                                        </p:tav>
                                        <p:tav tm="100000">
                                          <p:val>
                                            <p:strVal val="#ppt_w"/>
                                          </p:val>
                                        </p:tav>
                                      </p:tavLst>
                                    </p:anim>
                                    <p:anim calcmode="lin" valueType="num">
                                      <p:cBhvr>
                                        <p:cTn id="8" dur="500" fill="hold"/>
                                        <p:tgtEl>
                                          <p:spTgt spid="26629"/>
                                        </p:tgtEl>
                                        <p:attrNameLst>
                                          <p:attrName>ppt_h</p:attrName>
                                        </p:attrNameLst>
                                      </p:cBhvr>
                                      <p:tavLst>
                                        <p:tav tm="0">
                                          <p:val>
                                            <p:fltVal val="0"/>
                                          </p:val>
                                        </p:tav>
                                        <p:tav tm="100000">
                                          <p:val>
                                            <p:strVal val="#ppt_h"/>
                                          </p:val>
                                        </p:tav>
                                      </p:tavLst>
                                    </p:anim>
                                    <p:animEffect transition="in" filter="fade">
                                      <p:cBhvr>
                                        <p:cTn id="9" dur="500"/>
                                        <p:tgtEl>
                                          <p:spTgt spid="2662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26634"/>
                                        </p:tgtEl>
                                        <p:attrNameLst>
                                          <p:attrName>style.visibility</p:attrName>
                                        </p:attrNameLst>
                                      </p:cBhvr>
                                      <p:to>
                                        <p:strVal val="visible"/>
                                      </p:to>
                                    </p:set>
                                    <p:anim calcmode="lin" valueType="num">
                                      <p:cBhvr>
                                        <p:cTn id="14" dur="500" fill="hold"/>
                                        <p:tgtEl>
                                          <p:spTgt spid="26634"/>
                                        </p:tgtEl>
                                        <p:attrNameLst>
                                          <p:attrName>ppt_w</p:attrName>
                                        </p:attrNameLst>
                                      </p:cBhvr>
                                      <p:tavLst>
                                        <p:tav tm="0">
                                          <p:val>
                                            <p:fltVal val="0"/>
                                          </p:val>
                                        </p:tav>
                                        <p:tav tm="100000">
                                          <p:val>
                                            <p:strVal val="#ppt_w"/>
                                          </p:val>
                                        </p:tav>
                                      </p:tavLst>
                                    </p:anim>
                                    <p:anim calcmode="lin" valueType="num">
                                      <p:cBhvr>
                                        <p:cTn id="15" dur="500" fill="hold"/>
                                        <p:tgtEl>
                                          <p:spTgt spid="26634"/>
                                        </p:tgtEl>
                                        <p:attrNameLst>
                                          <p:attrName>ppt_h</p:attrName>
                                        </p:attrNameLst>
                                      </p:cBhvr>
                                      <p:tavLst>
                                        <p:tav tm="0">
                                          <p:val>
                                            <p:fltVal val="0"/>
                                          </p:val>
                                        </p:tav>
                                        <p:tav tm="100000">
                                          <p:val>
                                            <p:strVal val="#ppt_h"/>
                                          </p:val>
                                        </p:tav>
                                      </p:tavLst>
                                    </p:anim>
                                    <p:animEffect transition="in" filter="fade">
                                      <p:cBhvr>
                                        <p:cTn id="16" dur="500"/>
                                        <p:tgtEl>
                                          <p:spTgt spid="2663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0" fill="hold" nodeType="clickEffect">
                                  <p:stCondLst>
                                    <p:cond delay="0"/>
                                  </p:stCondLst>
                                  <p:childTnLst>
                                    <p:set>
                                      <p:cBhvr>
                                        <p:cTn id="20" dur="1" fill="hold">
                                          <p:stCondLst>
                                            <p:cond delay="0"/>
                                          </p:stCondLst>
                                        </p:cTn>
                                        <p:tgtEl>
                                          <p:spTgt spid="26639"/>
                                        </p:tgtEl>
                                        <p:attrNameLst>
                                          <p:attrName>style.visibility</p:attrName>
                                        </p:attrNameLst>
                                      </p:cBhvr>
                                      <p:to>
                                        <p:strVal val="visible"/>
                                      </p:to>
                                    </p:set>
                                    <p:anim calcmode="lin" valueType="num">
                                      <p:cBhvr>
                                        <p:cTn id="21" dur="500" fill="hold"/>
                                        <p:tgtEl>
                                          <p:spTgt spid="26639"/>
                                        </p:tgtEl>
                                        <p:attrNameLst>
                                          <p:attrName>ppt_w</p:attrName>
                                        </p:attrNameLst>
                                      </p:cBhvr>
                                      <p:tavLst>
                                        <p:tav tm="0">
                                          <p:val>
                                            <p:fltVal val="0"/>
                                          </p:val>
                                        </p:tav>
                                        <p:tav tm="100000">
                                          <p:val>
                                            <p:strVal val="#ppt_w"/>
                                          </p:val>
                                        </p:tav>
                                      </p:tavLst>
                                    </p:anim>
                                    <p:anim calcmode="lin" valueType="num">
                                      <p:cBhvr>
                                        <p:cTn id="22" dur="500" fill="hold"/>
                                        <p:tgtEl>
                                          <p:spTgt spid="26639"/>
                                        </p:tgtEl>
                                        <p:attrNameLst>
                                          <p:attrName>ppt_h</p:attrName>
                                        </p:attrNameLst>
                                      </p:cBhvr>
                                      <p:tavLst>
                                        <p:tav tm="0">
                                          <p:val>
                                            <p:fltVal val="0"/>
                                          </p:val>
                                        </p:tav>
                                        <p:tav tm="100000">
                                          <p:val>
                                            <p:strVal val="#ppt_h"/>
                                          </p:val>
                                        </p:tav>
                                      </p:tavLst>
                                    </p:anim>
                                    <p:animEffect transition="in" filter="fade">
                                      <p:cBhvr>
                                        <p:cTn id="23" dur="500"/>
                                        <p:tgtEl>
                                          <p:spTgt spid="2663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nodeType="clickEffect">
                                  <p:stCondLst>
                                    <p:cond delay="0"/>
                                  </p:stCondLst>
                                  <p:childTnLst>
                                    <p:set>
                                      <p:cBhvr>
                                        <p:cTn id="27" dur="1" fill="hold">
                                          <p:stCondLst>
                                            <p:cond delay="0"/>
                                          </p:stCondLst>
                                        </p:cTn>
                                        <p:tgtEl>
                                          <p:spTgt spid="26644"/>
                                        </p:tgtEl>
                                        <p:attrNameLst>
                                          <p:attrName>style.visibility</p:attrName>
                                        </p:attrNameLst>
                                      </p:cBhvr>
                                      <p:to>
                                        <p:strVal val="visible"/>
                                      </p:to>
                                    </p:set>
                                    <p:anim calcmode="lin" valueType="num">
                                      <p:cBhvr>
                                        <p:cTn id="28" dur="500" fill="hold"/>
                                        <p:tgtEl>
                                          <p:spTgt spid="26644"/>
                                        </p:tgtEl>
                                        <p:attrNameLst>
                                          <p:attrName>ppt_w</p:attrName>
                                        </p:attrNameLst>
                                      </p:cBhvr>
                                      <p:tavLst>
                                        <p:tav tm="0">
                                          <p:val>
                                            <p:fltVal val="0"/>
                                          </p:val>
                                        </p:tav>
                                        <p:tav tm="100000">
                                          <p:val>
                                            <p:strVal val="#ppt_w"/>
                                          </p:val>
                                        </p:tav>
                                      </p:tavLst>
                                    </p:anim>
                                    <p:anim calcmode="lin" valueType="num">
                                      <p:cBhvr>
                                        <p:cTn id="29" dur="500" fill="hold"/>
                                        <p:tgtEl>
                                          <p:spTgt spid="26644"/>
                                        </p:tgtEl>
                                        <p:attrNameLst>
                                          <p:attrName>ppt_h</p:attrName>
                                        </p:attrNameLst>
                                      </p:cBhvr>
                                      <p:tavLst>
                                        <p:tav tm="0">
                                          <p:val>
                                            <p:fltVal val="0"/>
                                          </p:val>
                                        </p:tav>
                                        <p:tav tm="100000">
                                          <p:val>
                                            <p:strVal val="#ppt_h"/>
                                          </p:val>
                                        </p:tav>
                                      </p:tavLst>
                                    </p:anim>
                                    <p:animEffect transition="in" filter="fade">
                                      <p:cBhvr>
                                        <p:cTn id="30" dur="500"/>
                                        <p:tgtEl>
                                          <p:spTgt spid="26644"/>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0" fill="hold" nodeType="clickEffect">
                                  <p:stCondLst>
                                    <p:cond delay="0"/>
                                  </p:stCondLst>
                                  <p:childTnLst>
                                    <p:set>
                                      <p:cBhvr>
                                        <p:cTn id="34" dur="1" fill="hold">
                                          <p:stCondLst>
                                            <p:cond delay="0"/>
                                          </p:stCondLst>
                                        </p:cTn>
                                        <p:tgtEl>
                                          <p:spTgt spid="26649"/>
                                        </p:tgtEl>
                                        <p:attrNameLst>
                                          <p:attrName>style.visibility</p:attrName>
                                        </p:attrNameLst>
                                      </p:cBhvr>
                                      <p:to>
                                        <p:strVal val="visible"/>
                                      </p:to>
                                    </p:set>
                                    <p:anim calcmode="lin" valueType="num">
                                      <p:cBhvr>
                                        <p:cTn id="35" dur="500" fill="hold"/>
                                        <p:tgtEl>
                                          <p:spTgt spid="26649"/>
                                        </p:tgtEl>
                                        <p:attrNameLst>
                                          <p:attrName>ppt_w</p:attrName>
                                        </p:attrNameLst>
                                      </p:cBhvr>
                                      <p:tavLst>
                                        <p:tav tm="0">
                                          <p:val>
                                            <p:fltVal val="0"/>
                                          </p:val>
                                        </p:tav>
                                        <p:tav tm="100000">
                                          <p:val>
                                            <p:strVal val="#ppt_w"/>
                                          </p:val>
                                        </p:tav>
                                      </p:tavLst>
                                    </p:anim>
                                    <p:anim calcmode="lin" valueType="num">
                                      <p:cBhvr>
                                        <p:cTn id="36" dur="500" fill="hold"/>
                                        <p:tgtEl>
                                          <p:spTgt spid="26649"/>
                                        </p:tgtEl>
                                        <p:attrNameLst>
                                          <p:attrName>ppt_h</p:attrName>
                                        </p:attrNameLst>
                                      </p:cBhvr>
                                      <p:tavLst>
                                        <p:tav tm="0">
                                          <p:val>
                                            <p:fltVal val="0"/>
                                          </p:val>
                                        </p:tav>
                                        <p:tav tm="100000">
                                          <p:val>
                                            <p:strVal val="#ppt_h"/>
                                          </p:val>
                                        </p:tav>
                                      </p:tavLst>
                                    </p:anim>
                                    <p:animEffect transition="in" filter="fade">
                                      <p:cBhvr>
                                        <p:cTn id="37" dur="500"/>
                                        <p:tgtEl>
                                          <p:spTgt spid="26649"/>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0" fill="hold" nodeType="clickEffect">
                                  <p:stCondLst>
                                    <p:cond delay="0"/>
                                  </p:stCondLst>
                                  <p:childTnLst>
                                    <p:set>
                                      <p:cBhvr>
                                        <p:cTn id="41" dur="1" fill="hold">
                                          <p:stCondLst>
                                            <p:cond delay="0"/>
                                          </p:stCondLst>
                                        </p:cTn>
                                        <p:tgtEl>
                                          <p:spTgt spid="26654"/>
                                        </p:tgtEl>
                                        <p:attrNameLst>
                                          <p:attrName>style.visibility</p:attrName>
                                        </p:attrNameLst>
                                      </p:cBhvr>
                                      <p:to>
                                        <p:strVal val="visible"/>
                                      </p:to>
                                    </p:set>
                                    <p:anim calcmode="lin" valueType="num">
                                      <p:cBhvr>
                                        <p:cTn id="42" dur="500" fill="hold"/>
                                        <p:tgtEl>
                                          <p:spTgt spid="26654"/>
                                        </p:tgtEl>
                                        <p:attrNameLst>
                                          <p:attrName>ppt_w</p:attrName>
                                        </p:attrNameLst>
                                      </p:cBhvr>
                                      <p:tavLst>
                                        <p:tav tm="0">
                                          <p:val>
                                            <p:fltVal val="0"/>
                                          </p:val>
                                        </p:tav>
                                        <p:tav tm="100000">
                                          <p:val>
                                            <p:strVal val="#ppt_w"/>
                                          </p:val>
                                        </p:tav>
                                      </p:tavLst>
                                    </p:anim>
                                    <p:anim calcmode="lin" valueType="num">
                                      <p:cBhvr>
                                        <p:cTn id="43" dur="500" fill="hold"/>
                                        <p:tgtEl>
                                          <p:spTgt spid="26654"/>
                                        </p:tgtEl>
                                        <p:attrNameLst>
                                          <p:attrName>ppt_h</p:attrName>
                                        </p:attrNameLst>
                                      </p:cBhvr>
                                      <p:tavLst>
                                        <p:tav tm="0">
                                          <p:val>
                                            <p:fltVal val="0"/>
                                          </p:val>
                                        </p:tav>
                                        <p:tav tm="100000">
                                          <p:val>
                                            <p:strVal val="#ppt_h"/>
                                          </p:val>
                                        </p:tav>
                                      </p:tavLst>
                                    </p:anim>
                                    <p:animEffect transition="in" filter="fade">
                                      <p:cBhvr>
                                        <p:cTn id="44" dur="500"/>
                                        <p:tgtEl>
                                          <p:spTgt spid="26654"/>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0" fill="hold" nodeType="clickEffect">
                                  <p:stCondLst>
                                    <p:cond delay="0"/>
                                  </p:stCondLst>
                                  <p:childTnLst>
                                    <p:set>
                                      <p:cBhvr>
                                        <p:cTn id="48" dur="1" fill="hold">
                                          <p:stCondLst>
                                            <p:cond delay="0"/>
                                          </p:stCondLst>
                                        </p:cTn>
                                        <p:tgtEl>
                                          <p:spTgt spid="26659"/>
                                        </p:tgtEl>
                                        <p:attrNameLst>
                                          <p:attrName>style.visibility</p:attrName>
                                        </p:attrNameLst>
                                      </p:cBhvr>
                                      <p:to>
                                        <p:strVal val="visible"/>
                                      </p:to>
                                    </p:set>
                                    <p:anim calcmode="lin" valueType="num">
                                      <p:cBhvr>
                                        <p:cTn id="49" dur="500" fill="hold"/>
                                        <p:tgtEl>
                                          <p:spTgt spid="26659"/>
                                        </p:tgtEl>
                                        <p:attrNameLst>
                                          <p:attrName>ppt_w</p:attrName>
                                        </p:attrNameLst>
                                      </p:cBhvr>
                                      <p:tavLst>
                                        <p:tav tm="0">
                                          <p:val>
                                            <p:fltVal val="0"/>
                                          </p:val>
                                        </p:tav>
                                        <p:tav tm="100000">
                                          <p:val>
                                            <p:strVal val="#ppt_w"/>
                                          </p:val>
                                        </p:tav>
                                      </p:tavLst>
                                    </p:anim>
                                    <p:anim calcmode="lin" valueType="num">
                                      <p:cBhvr>
                                        <p:cTn id="50" dur="500" fill="hold"/>
                                        <p:tgtEl>
                                          <p:spTgt spid="26659"/>
                                        </p:tgtEl>
                                        <p:attrNameLst>
                                          <p:attrName>ppt_h</p:attrName>
                                        </p:attrNameLst>
                                      </p:cBhvr>
                                      <p:tavLst>
                                        <p:tav tm="0">
                                          <p:val>
                                            <p:fltVal val="0"/>
                                          </p:val>
                                        </p:tav>
                                        <p:tav tm="100000">
                                          <p:val>
                                            <p:strVal val="#ppt_h"/>
                                          </p:val>
                                        </p:tav>
                                      </p:tavLst>
                                    </p:anim>
                                    <p:animEffect transition="in" filter="fade">
                                      <p:cBhvr>
                                        <p:cTn id="51" dur="500"/>
                                        <p:tgtEl>
                                          <p:spTgt spid="26659"/>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0" fill="hold" nodeType="clickEffect">
                                  <p:stCondLst>
                                    <p:cond delay="0"/>
                                  </p:stCondLst>
                                  <p:childTnLst>
                                    <p:set>
                                      <p:cBhvr>
                                        <p:cTn id="55" dur="1" fill="hold">
                                          <p:stCondLst>
                                            <p:cond delay="0"/>
                                          </p:stCondLst>
                                        </p:cTn>
                                        <p:tgtEl>
                                          <p:spTgt spid="26664"/>
                                        </p:tgtEl>
                                        <p:attrNameLst>
                                          <p:attrName>style.visibility</p:attrName>
                                        </p:attrNameLst>
                                      </p:cBhvr>
                                      <p:to>
                                        <p:strVal val="visible"/>
                                      </p:to>
                                    </p:set>
                                    <p:anim calcmode="lin" valueType="num">
                                      <p:cBhvr>
                                        <p:cTn id="56" dur="500" fill="hold"/>
                                        <p:tgtEl>
                                          <p:spTgt spid="26664"/>
                                        </p:tgtEl>
                                        <p:attrNameLst>
                                          <p:attrName>ppt_w</p:attrName>
                                        </p:attrNameLst>
                                      </p:cBhvr>
                                      <p:tavLst>
                                        <p:tav tm="0">
                                          <p:val>
                                            <p:fltVal val="0"/>
                                          </p:val>
                                        </p:tav>
                                        <p:tav tm="100000">
                                          <p:val>
                                            <p:strVal val="#ppt_w"/>
                                          </p:val>
                                        </p:tav>
                                      </p:tavLst>
                                    </p:anim>
                                    <p:anim calcmode="lin" valueType="num">
                                      <p:cBhvr>
                                        <p:cTn id="57" dur="500" fill="hold"/>
                                        <p:tgtEl>
                                          <p:spTgt spid="26664"/>
                                        </p:tgtEl>
                                        <p:attrNameLst>
                                          <p:attrName>ppt_h</p:attrName>
                                        </p:attrNameLst>
                                      </p:cBhvr>
                                      <p:tavLst>
                                        <p:tav tm="0">
                                          <p:val>
                                            <p:fltVal val="0"/>
                                          </p:val>
                                        </p:tav>
                                        <p:tav tm="100000">
                                          <p:val>
                                            <p:strVal val="#ppt_h"/>
                                          </p:val>
                                        </p:tav>
                                      </p:tavLst>
                                    </p:anim>
                                    <p:animEffect transition="in" filter="fade">
                                      <p:cBhvr>
                                        <p:cTn id="58" dur="500"/>
                                        <p:tgtEl>
                                          <p:spTgt spid="26664"/>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0" fill="hold" nodeType="clickEffect">
                                  <p:stCondLst>
                                    <p:cond delay="0"/>
                                  </p:stCondLst>
                                  <p:childTnLst>
                                    <p:set>
                                      <p:cBhvr>
                                        <p:cTn id="62" dur="1" fill="hold">
                                          <p:stCondLst>
                                            <p:cond delay="0"/>
                                          </p:stCondLst>
                                        </p:cTn>
                                        <p:tgtEl>
                                          <p:spTgt spid="26669"/>
                                        </p:tgtEl>
                                        <p:attrNameLst>
                                          <p:attrName>style.visibility</p:attrName>
                                        </p:attrNameLst>
                                      </p:cBhvr>
                                      <p:to>
                                        <p:strVal val="visible"/>
                                      </p:to>
                                    </p:set>
                                    <p:anim calcmode="lin" valueType="num">
                                      <p:cBhvr>
                                        <p:cTn id="63" dur="500" fill="hold"/>
                                        <p:tgtEl>
                                          <p:spTgt spid="26669"/>
                                        </p:tgtEl>
                                        <p:attrNameLst>
                                          <p:attrName>ppt_w</p:attrName>
                                        </p:attrNameLst>
                                      </p:cBhvr>
                                      <p:tavLst>
                                        <p:tav tm="0">
                                          <p:val>
                                            <p:fltVal val="0"/>
                                          </p:val>
                                        </p:tav>
                                        <p:tav tm="100000">
                                          <p:val>
                                            <p:strVal val="#ppt_w"/>
                                          </p:val>
                                        </p:tav>
                                      </p:tavLst>
                                    </p:anim>
                                    <p:anim calcmode="lin" valueType="num">
                                      <p:cBhvr>
                                        <p:cTn id="64" dur="500" fill="hold"/>
                                        <p:tgtEl>
                                          <p:spTgt spid="26669"/>
                                        </p:tgtEl>
                                        <p:attrNameLst>
                                          <p:attrName>ppt_h</p:attrName>
                                        </p:attrNameLst>
                                      </p:cBhvr>
                                      <p:tavLst>
                                        <p:tav tm="0">
                                          <p:val>
                                            <p:fltVal val="0"/>
                                          </p:val>
                                        </p:tav>
                                        <p:tav tm="100000">
                                          <p:val>
                                            <p:strVal val="#ppt_h"/>
                                          </p:val>
                                        </p:tav>
                                      </p:tavLst>
                                    </p:anim>
                                    <p:animEffect transition="in" filter="fade">
                                      <p:cBhvr>
                                        <p:cTn id="65" dur="500"/>
                                        <p:tgtEl>
                                          <p:spTgt spid="26669"/>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0" fill="hold" nodeType="clickEffect">
                                  <p:stCondLst>
                                    <p:cond delay="0"/>
                                  </p:stCondLst>
                                  <p:childTnLst>
                                    <p:set>
                                      <p:cBhvr>
                                        <p:cTn id="69" dur="1" fill="hold">
                                          <p:stCondLst>
                                            <p:cond delay="0"/>
                                          </p:stCondLst>
                                        </p:cTn>
                                        <p:tgtEl>
                                          <p:spTgt spid="26674"/>
                                        </p:tgtEl>
                                        <p:attrNameLst>
                                          <p:attrName>style.visibility</p:attrName>
                                        </p:attrNameLst>
                                      </p:cBhvr>
                                      <p:to>
                                        <p:strVal val="visible"/>
                                      </p:to>
                                    </p:set>
                                    <p:anim calcmode="lin" valueType="num">
                                      <p:cBhvr>
                                        <p:cTn id="70" dur="500" fill="hold"/>
                                        <p:tgtEl>
                                          <p:spTgt spid="26674"/>
                                        </p:tgtEl>
                                        <p:attrNameLst>
                                          <p:attrName>ppt_w</p:attrName>
                                        </p:attrNameLst>
                                      </p:cBhvr>
                                      <p:tavLst>
                                        <p:tav tm="0">
                                          <p:val>
                                            <p:fltVal val="0"/>
                                          </p:val>
                                        </p:tav>
                                        <p:tav tm="100000">
                                          <p:val>
                                            <p:strVal val="#ppt_w"/>
                                          </p:val>
                                        </p:tav>
                                      </p:tavLst>
                                    </p:anim>
                                    <p:anim calcmode="lin" valueType="num">
                                      <p:cBhvr>
                                        <p:cTn id="71" dur="500" fill="hold"/>
                                        <p:tgtEl>
                                          <p:spTgt spid="26674"/>
                                        </p:tgtEl>
                                        <p:attrNameLst>
                                          <p:attrName>ppt_h</p:attrName>
                                        </p:attrNameLst>
                                      </p:cBhvr>
                                      <p:tavLst>
                                        <p:tav tm="0">
                                          <p:val>
                                            <p:fltVal val="0"/>
                                          </p:val>
                                        </p:tav>
                                        <p:tav tm="100000">
                                          <p:val>
                                            <p:strVal val="#ppt_h"/>
                                          </p:val>
                                        </p:tav>
                                      </p:tavLst>
                                    </p:anim>
                                    <p:animEffect transition="in" filter="fade">
                                      <p:cBhvr>
                                        <p:cTn id="72" dur="500"/>
                                        <p:tgtEl>
                                          <p:spTgt spid="26674"/>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0" fill="hold" nodeType="clickEffect">
                                  <p:stCondLst>
                                    <p:cond delay="0"/>
                                  </p:stCondLst>
                                  <p:childTnLst>
                                    <p:set>
                                      <p:cBhvr>
                                        <p:cTn id="76" dur="1" fill="hold">
                                          <p:stCondLst>
                                            <p:cond delay="0"/>
                                          </p:stCondLst>
                                        </p:cTn>
                                        <p:tgtEl>
                                          <p:spTgt spid="26679"/>
                                        </p:tgtEl>
                                        <p:attrNameLst>
                                          <p:attrName>style.visibility</p:attrName>
                                        </p:attrNameLst>
                                      </p:cBhvr>
                                      <p:to>
                                        <p:strVal val="visible"/>
                                      </p:to>
                                    </p:set>
                                    <p:anim calcmode="lin" valueType="num">
                                      <p:cBhvr>
                                        <p:cTn id="77" dur="500" fill="hold"/>
                                        <p:tgtEl>
                                          <p:spTgt spid="26679"/>
                                        </p:tgtEl>
                                        <p:attrNameLst>
                                          <p:attrName>ppt_w</p:attrName>
                                        </p:attrNameLst>
                                      </p:cBhvr>
                                      <p:tavLst>
                                        <p:tav tm="0">
                                          <p:val>
                                            <p:fltVal val="0"/>
                                          </p:val>
                                        </p:tav>
                                        <p:tav tm="100000">
                                          <p:val>
                                            <p:strVal val="#ppt_w"/>
                                          </p:val>
                                        </p:tav>
                                      </p:tavLst>
                                    </p:anim>
                                    <p:anim calcmode="lin" valueType="num">
                                      <p:cBhvr>
                                        <p:cTn id="78" dur="500" fill="hold"/>
                                        <p:tgtEl>
                                          <p:spTgt spid="26679"/>
                                        </p:tgtEl>
                                        <p:attrNameLst>
                                          <p:attrName>ppt_h</p:attrName>
                                        </p:attrNameLst>
                                      </p:cBhvr>
                                      <p:tavLst>
                                        <p:tav tm="0">
                                          <p:val>
                                            <p:fltVal val="0"/>
                                          </p:val>
                                        </p:tav>
                                        <p:tav tm="100000">
                                          <p:val>
                                            <p:strVal val="#ppt_h"/>
                                          </p:val>
                                        </p:tav>
                                      </p:tavLst>
                                    </p:anim>
                                    <p:animEffect transition="in" filter="fade">
                                      <p:cBhvr>
                                        <p:cTn id="79" dur="500"/>
                                        <p:tgtEl>
                                          <p:spTgt spid="26679"/>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0" fill="hold" nodeType="clickEffect">
                                  <p:stCondLst>
                                    <p:cond delay="0"/>
                                  </p:stCondLst>
                                  <p:childTnLst>
                                    <p:set>
                                      <p:cBhvr>
                                        <p:cTn id="83" dur="1" fill="hold">
                                          <p:stCondLst>
                                            <p:cond delay="0"/>
                                          </p:stCondLst>
                                        </p:cTn>
                                        <p:tgtEl>
                                          <p:spTgt spid="26684"/>
                                        </p:tgtEl>
                                        <p:attrNameLst>
                                          <p:attrName>style.visibility</p:attrName>
                                        </p:attrNameLst>
                                      </p:cBhvr>
                                      <p:to>
                                        <p:strVal val="visible"/>
                                      </p:to>
                                    </p:set>
                                    <p:anim calcmode="lin" valueType="num">
                                      <p:cBhvr>
                                        <p:cTn id="84" dur="500" fill="hold"/>
                                        <p:tgtEl>
                                          <p:spTgt spid="26684"/>
                                        </p:tgtEl>
                                        <p:attrNameLst>
                                          <p:attrName>ppt_w</p:attrName>
                                        </p:attrNameLst>
                                      </p:cBhvr>
                                      <p:tavLst>
                                        <p:tav tm="0">
                                          <p:val>
                                            <p:fltVal val="0"/>
                                          </p:val>
                                        </p:tav>
                                        <p:tav tm="100000">
                                          <p:val>
                                            <p:strVal val="#ppt_w"/>
                                          </p:val>
                                        </p:tav>
                                      </p:tavLst>
                                    </p:anim>
                                    <p:anim calcmode="lin" valueType="num">
                                      <p:cBhvr>
                                        <p:cTn id="85" dur="500" fill="hold"/>
                                        <p:tgtEl>
                                          <p:spTgt spid="26684"/>
                                        </p:tgtEl>
                                        <p:attrNameLst>
                                          <p:attrName>ppt_h</p:attrName>
                                        </p:attrNameLst>
                                      </p:cBhvr>
                                      <p:tavLst>
                                        <p:tav tm="0">
                                          <p:val>
                                            <p:fltVal val="0"/>
                                          </p:val>
                                        </p:tav>
                                        <p:tav tm="100000">
                                          <p:val>
                                            <p:strVal val="#ppt_h"/>
                                          </p:val>
                                        </p:tav>
                                      </p:tavLst>
                                    </p:anim>
                                    <p:animEffect transition="in" filter="fade">
                                      <p:cBhvr>
                                        <p:cTn id="86" dur="500"/>
                                        <p:tgtEl>
                                          <p:spTgt spid="26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p:cNvSpPr>
            <a:spLocks noGrp="1"/>
          </p:cNvSpPr>
          <p:nvPr>
            <p:ph type="dt" sz="half" idx="10"/>
          </p:nvPr>
        </p:nvSpPr>
        <p:spPr/>
        <p:txBody>
          <a:bodyPr/>
          <a:lstStyle/>
          <a:p>
            <a:fld id="{23230E9C-D35D-4E39-824B-8A015BD0E644}" type="datetime6">
              <a:rPr lang="en-US"/>
              <a:pPr/>
              <a:t>April 13</a:t>
            </a:fld>
            <a:endParaRPr lang="en-US"/>
          </a:p>
        </p:txBody>
      </p:sp>
      <p:sp>
        <p:nvSpPr>
          <p:cNvPr id="4" name="Slide Number Placeholder 3"/>
          <p:cNvSpPr>
            <a:spLocks noGrp="1"/>
          </p:cNvSpPr>
          <p:nvPr>
            <p:ph type="sldNum" sz="quarter" idx="12"/>
          </p:nvPr>
        </p:nvSpPr>
        <p:spPr/>
        <p:txBody>
          <a:bodyPr/>
          <a:lstStyle/>
          <a:p>
            <a:fld id="{A9DD00D5-47DE-4D4C-A10E-C132B64BD861}" type="slidenum">
              <a:rPr lang="en-US"/>
              <a:pPr/>
              <a:t>21</a:t>
            </a:fld>
            <a:endParaRPr lang="en-US"/>
          </a:p>
        </p:txBody>
      </p:sp>
      <p:sp>
        <p:nvSpPr>
          <p:cNvPr id="77827" name="Rectangle 3"/>
          <p:cNvSpPr>
            <a:spLocks noChangeArrowheads="1"/>
          </p:cNvSpPr>
          <p:nvPr/>
        </p:nvSpPr>
        <p:spPr bwMode="auto">
          <a:xfrm>
            <a:off x="457200" y="533400"/>
            <a:ext cx="8077200" cy="5257800"/>
          </a:xfrm>
          <a:prstGeom prst="rect">
            <a:avLst/>
          </a:prstGeom>
          <a:noFill/>
          <a:ln w="9525">
            <a:noFill/>
            <a:miter lim="800000"/>
            <a:headEnd/>
            <a:tailEnd/>
          </a:ln>
        </p:spPr>
        <p:txBody>
          <a:bodyPr/>
          <a:lstStyle/>
          <a:p>
            <a:pPr marL="365125" indent="-255588" algn="ctr" eaLnBrk="1" hangingPunct="1">
              <a:lnSpc>
                <a:spcPct val="80000"/>
              </a:lnSpc>
              <a:spcBef>
                <a:spcPct val="20000"/>
              </a:spcBef>
              <a:buClr>
                <a:schemeClr val="hlink"/>
              </a:buClr>
              <a:buSzPct val="65000"/>
            </a:pPr>
            <a:endParaRPr lang="en-US" sz="6400" b="1" i="1">
              <a:solidFill>
                <a:srgbClr val="CC0000"/>
              </a:solidFill>
              <a:effectLst>
                <a:outerShdw blurRad="38100" dist="38100" dir="2700000" algn="tl">
                  <a:srgbClr val="000000"/>
                </a:outerShdw>
              </a:effectLst>
              <a:latin typeface="Arial Black" pitchFamily="34" charset="0"/>
            </a:endParaRPr>
          </a:p>
          <a:p>
            <a:pPr marL="365125" indent="-255588" algn="ctr" eaLnBrk="1" hangingPunct="1">
              <a:lnSpc>
                <a:spcPct val="80000"/>
              </a:lnSpc>
              <a:spcBef>
                <a:spcPct val="20000"/>
              </a:spcBef>
              <a:buClr>
                <a:schemeClr val="hlink"/>
              </a:buClr>
              <a:buSzPct val="65000"/>
            </a:pPr>
            <a:endParaRPr lang="en-US" sz="6400" b="1" i="1">
              <a:solidFill>
                <a:schemeClr val="accent2"/>
              </a:solidFill>
              <a:effectLst>
                <a:outerShdw blurRad="38100" dist="38100" dir="2700000" algn="tl">
                  <a:srgbClr val="000000"/>
                </a:outerShdw>
              </a:effectLst>
            </a:endParaRPr>
          </a:p>
          <a:p>
            <a:pPr marL="365125" indent="-255588" algn="ctr" eaLnBrk="1" hangingPunct="1">
              <a:lnSpc>
                <a:spcPct val="80000"/>
              </a:lnSpc>
              <a:spcBef>
                <a:spcPct val="20000"/>
              </a:spcBef>
              <a:buClr>
                <a:schemeClr val="hlink"/>
              </a:buClr>
              <a:buSzPct val="65000"/>
              <a:buFont typeface="Wingdings" pitchFamily="2" charset="2"/>
              <a:buNone/>
            </a:pPr>
            <a:r>
              <a:rPr lang="en-US" sz="3900" b="1" i="1">
                <a:solidFill>
                  <a:srgbClr val="000000"/>
                </a:solidFill>
                <a:effectLst>
                  <a:outerShdw blurRad="38100" dist="38100" dir="2700000" algn="tl">
                    <a:srgbClr val="FFFFFF"/>
                  </a:outerShdw>
                </a:effectLst>
                <a:latin typeface="Arial Black" pitchFamily="34" charset="0"/>
              </a:rPr>
              <a:t>Jazakum Allah Khayran</a:t>
            </a:r>
          </a:p>
          <a:p>
            <a:pPr marL="365125" indent="-255588" algn="ctr" eaLnBrk="1" hangingPunct="1">
              <a:lnSpc>
                <a:spcPct val="80000"/>
              </a:lnSpc>
              <a:spcBef>
                <a:spcPct val="20000"/>
              </a:spcBef>
              <a:buClr>
                <a:schemeClr val="hlink"/>
              </a:buClr>
              <a:buSzPct val="65000"/>
              <a:buFont typeface="Wingdings" pitchFamily="2" charset="2"/>
              <a:buNone/>
            </a:pPr>
            <a:endParaRPr lang="en-US" sz="3900" b="1" i="1">
              <a:solidFill>
                <a:srgbClr val="000000"/>
              </a:solidFill>
              <a:effectLst>
                <a:outerShdw blurRad="38100" dist="38100" dir="2700000" algn="tl">
                  <a:srgbClr val="FFFFFF"/>
                </a:outerShdw>
              </a:effectLst>
              <a:latin typeface="Arial Black" pitchFamily="34" charset="0"/>
            </a:endParaRPr>
          </a:p>
          <a:p>
            <a:pPr marL="365125" indent="-255588" algn="ctr" eaLnBrk="1" hangingPunct="1">
              <a:lnSpc>
                <a:spcPct val="80000"/>
              </a:lnSpc>
              <a:spcBef>
                <a:spcPct val="20000"/>
              </a:spcBef>
              <a:buClr>
                <a:schemeClr val="hlink"/>
              </a:buClr>
              <a:buSzPct val="65000"/>
              <a:buFont typeface="Wingdings" pitchFamily="2" charset="2"/>
              <a:buNone/>
            </a:pPr>
            <a:r>
              <a:rPr lang="en-US" sz="3900" b="1" i="1">
                <a:solidFill>
                  <a:srgbClr val="000000"/>
                </a:solidFill>
                <a:effectLst>
                  <a:outerShdw blurRad="38100" dist="38100" dir="2700000" algn="tl">
                    <a:srgbClr val="FFFFFF"/>
                  </a:outerShdw>
                </a:effectLst>
                <a:latin typeface="Arial Black" pitchFamily="34" charset="0"/>
              </a:rPr>
              <a:t>May Allah Increase </a:t>
            </a:r>
          </a:p>
          <a:p>
            <a:pPr marL="365125" indent="-255588" algn="ctr" eaLnBrk="1" hangingPunct="1">
              <a:lnSpc>
                <a:spcPct val="80000"/>
              </a:lnSpc>
              <a:spcBef>
                <a:spcPct val="20000"/>
              </a:spcBef>
              <a:buClr>
                <a:schemeClr val="hlink"/>
              </a:buClr>
              <a:buSzPct val="65000"/>
              <a:buFont typeface="Wingdings" pitchFamily="2" charset="2"/>
              <a:buNone/>
            </a:pPr>
            <a:r>
              <a:rPr lang="en-US" sz="3900" b="1" i="1">
                <a:solidFill>
                  <a:srgbClr val="000000"/>
                </a:solidFill>
                <a:effectLst>
                  <a:outerShdw blurRad="38100" dist="38100" dir="2700000" algn="tl">
                    <a:srgbClr val="FFFFFF"/>
                  </a:outerShdw>
                </a:effectLst>
                <a:latin typeface="Arial Black" pitchFamily="34" charset="0"/>
              </a:rPr>
              <a:t>Our Knowledge</a:t>
            </a:r>
          </a:p>
          <a:p>
            <a:pPr marL="365125" indent="-255588" algn="ctr" eaLnBrk="1" hangingPunct="1">
              <a:lnSpc>
                <a:spcPct val="80000"/>
              </a:lnSpc>
              <a:spcBef>
                <a:spcPct val="20000"/>
              </a:spcBef>
              <a:buClr>
                <a:schemeClr val="hlink"/>
              </a:buClr>
              <a:buSzPct val="65000"/>
              <a:buFont typeface="Wingdings" pitchFamily="2" charset="2"/>
              <a:buNone/>
            </a:pPr>
            <a:r>
              <a:rPr lang="en-US" sz="3900" b="1" i="1">
                <a:solidFill>
                  <a:srgbClr val="000000"/>
                </a:solidFill>
                <a:effectLst>
                  <a:outerShdw blurRad="38100" dist="38100" dir="2700000" algn="tl">
                    <a:srgbClr val="FFFFFF"/>
                  </a:outerShdw>
                </a:effectLst>
                <a:latin typeface="Arial Black" pitchFamily="34" charset="0"/>
              </a:rPr>
              <a:t>Ameen</a:t>
            </a:r>
          </a:p>
          <a:p>
            <a:pPr marL="365125" indent="-255588" algn="ctr" eaLnBrk="1" hangingPunct="1">
              <a:lnSpc>
                <a:spcPct val="80000"/>
              </a:lnSpc>
              <a:spcBef>
                <a:spcPct val="20000"/>
              </a:spcBef>
              <a:buClr>
                <a:schemeClr val="hlink"/>
              </a:buClr>
              <a:buSzPct val="65000"/>
            </a:pPr>
            <a:endParaRPr lang="en-US" sz="3200" b="1" i="1">
              <a:solidFill>
                <a:schemeClr val="accent2"/>
              </a:solidFill>
              <a:effectLst>
                <a:outerShdw blurRad="38100" dist="38100" dir="2700000" algn="tl">
                  <a:srgbClr val="000000"/>
                </a:outerShdw>
              </a:effectLst>
            </a:endParaRPr>
          </a:p>
        </p:txBody>
      </p:sp>
    </p:spTree>
  </p:cSld>
  <p:clrMapOvr>
    <a:masterClrMapping/>
  </p:clrMapOvr>
</p:sld>
</file>

<file path=ppt/theme/theme1.xml><?xml version="1.0" encoding="utf-8"?>
<a:theme xmlns:a="http://schemas.openxmlformats.org/drawingml/2006/main" name="Textured">
  <a:themeElements>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fontScheme name="Texture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Textured 1">
        <a:dk1>
          <a:srgbClr val="660000"/>
        </a:dk1>
        <a:lt1>
          <a:srgbClr val="FFFFFF"/>
        </a:lt1>
        <a:dk2>
          <a:srgbClr val="800000"/>
        </a:dk2>
        <a:lt2>
          <a:srgbClr val="FFFFCC"/>
        </a:lt2>
        <a:accent1>
          <a:srgbClr val="BE7960"/>
        </a:accent1>
        <a:accent2>
          <a:srgbClr val="CC6600"/>
        </a:accent2>
        <a:accent3>
          <a:srgbClr val="C0AAAA"/>
        </a:accent3>
        <a:accent4>
          <a:srgbClr val="DADADA"/>
        </a:accent4>
        <a:accent5>
          <a:srgbClr val="DBBEB6"/>
        </a:accent5>
        <a:accent6>
          <a:srgbClr val="B95C00"/>
        </a:accent6>
        <a:hlink>
          <a:srgbClr val="FFCC66"/>
        </a:hlink>
        <a:folHlink>
          <a:srgbClr val="CC3300"/>
        </a:folHlink>
      </a:clrScheme>
      <a:clrMap bg1="dk2" tx1="lt1" bg2="dk1" tx2="lt2" accent1="accent1" accent2="accent2" accent3="accent3" accent4="accent4" accent5="accent5" accent6="accent6" hlink="hlink" folHlink="folHlink"/>
    </a:extraClrScheme>
    <a:extraClrScheme>
      <a:clrScheme name="Textured 2">
        <a:dk1>
          <a:srgbClr val="003300"/>
        </a:dk1>
        <a:lt1>
          <a:srgbClr val="FFFFFF"/>
        </a:lt1>
        <a:dk2>
          <a:srgbClr val="4D6A2A"/>
        </a:dk2>
        <a:lt2>
          <a:srgbClr val="CCFF99"/>
        </a:lt2>
        <a:accent1>
          <a:srgbClr val="33CC33"/>
        </a:accent1>
        <a:accent2>
          <a:srgbClr val="46562A"/>
        </a:accent2>
        <a:accent3>
          <a:srgbClr val="B2B9AC"/>
        </a:accent3>
        <a:accent4>
          <a:srgbClr val="DADADA"/>
        </a:accent4>
        <a:accent5>
          <a:srgbClr val="ADE2AD"/>
        </a:accent5>
        <a:accent6>
          <a:srgbClr val="3F4D25"/>
        </a:accent6>
        <a:hlink>
          <a:srgbClr val="009999"/>
        </a:hlink>
        <a:folHlink>
          <a:srgbClr val="CCCC00"/>
        </a:folHlink>
      </a:clrScheme>
      <a:clrMap bg1="dk2" tx1="lt1" bg2="dk1" tx2="lt2" accent1="accent1" accent2="accent2" accent3="accent3" accent4="accent4" accent5="accent5" accent6="accent6" hlink="hlink" folHlink="folHlink"/>
    </a:extraClrScheme>
    <a:extraClrScheme>
      <a:clrScheme name="Textured 3">
        <a:dk1>
          <a:srgbClr val="4E4E74"/>
        </a:dk1>
        <a:lt1>
          <a:srgbClr val="FFFFFF"/>
        </a:lt1>
        <a:dk2>
          <a:srgbClr val="666699"/>
        </a:dk2>
        <a:lt2>
          <a:srgbClr val="FFFFCC"/>
        </a:lt2>
        <a:accent1>
          <a:srgbClr val="5E5884"/>
        </a:accent1>
        <a:accent2>
          <a:srgbClr val="8AB29D"/>
        </a:accent2>
        <a:accent3>
          <a:srgbClr val="B8B8CA"/>
        </a:accent3>
        <a:accent4>
          <a:srgbClr val="DADADA"/>
        </a:accent4>
        <a:accent5>
          <a:srgbClr val="B6B4C2"/>
        </a:accent5>
        <a:accent6>
          <a:srgbClr val="7DA18E"/>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Textured 4">
        <a:dk1>
          <a:srgbClr val="004E4C"/>
        </a:dk1>
        <a:lt1>
          <a:srgbClr val="FFFFFF"/>
        </a:lt1>
        <a:dk2>
          <a:srgbClr val="006666"/>
        </a:dk2>
        <a:lt2>
          <a:srgbClr val="FFFFCC"/>
        </a:lt2>
        <a:accent1>
          <a:srgbClr val="FFCC00"/>
        </a:accent1>
        <a:accent2>
          <a:srgbClr val="00B0AC"/>
        </a:accent2>
        <a:accent3>
          <a:srgbClr val="AAB8B8"/>
        </a:accent3>
        <a:accent4>
          <a:srgbClr val="DADADA"/>
        </a:accent4>
        <a:accent5>
          <a:srgbClr val="FFE2AA"/>
        </a:accent5>
        <a:accent6>
          <a:srgbClr val="009F9B"/>
        </a:accent6>
        <a:hlink>
          <a:srgbClr val="BA7C3E"/>
        </a:hlink>
        <a:folHlink>
          <a:srgbClr val="724C00"/>
        </a:folHlink>
      </a:clrScheme>
      <a:clrMap bg1="dk2" tx1="lt1" bg2="dk1" tx2="lt2" accent1="accent1" accent2="accent2" accent3="accent3" accent4="accent4" accent5="accent5" accent6="accent6" hlink="hlink" folHlink="folHlink"/>
    </a:extraClrScheme>
    <a:extraClrScheme>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clrMap bg1="dk2" tx1="lt1" bg2="dk1" tx2="lt2" accent1="accent1" accent2="accent2" accent3="accent3" accent4="accent4" accent5="accent5" accent6="accent6" hlink="hlink" folHlink="folHlink"/>
    </a:extraClrScheme>
    <a:extraClrScheme>
      <a:clrScheme name="Textured 6">
        <a:dk1>
          <a:srgbClr val="080808"/>
        </a:dk1>
        <a:lt1>
          <a:srgbClr val="FFFFFF"/>
        </a:lt1>
        <a:dk2>
          <a:srgbClr val="4D4D4D"/>
        </a:dk2>
        <a:lt2>
          <a:srgbClr val="FFFFFF"/>
        </a:lt2>
        <a:accent1>
          <a:srgbClr val="666699"/>
        </a:accent1>
        <a:accent2>
          <a:srgbClr val="3366CC"/>
        </a:accent2>
        <a:accent3>
          <a:srgbClr val="B2B2B2"/>
        </a:accent3>
        <a:accent4>
          <a:srgbClr val="DADADA"/>
        </a:accent4>
        <a:accent5>
          <a:srgbClr val="B8B8CA"/>
        </a:accent5>
        <a:accent6>
          <a:srgbClr val="2D5CB9"/>
        </a:accent6>
        <a:hlink>
          <a:srgbClr val="00CCFF"/>
        </a:hlink>
        <a:folHlink>
          <a:srgbClr val="CCCCFF"/>
        </a:folHlink>
      </a:clrScheme>
      <a:clrMap bg1="dk2" tx1="lt1" bg2="dk1" tx2="lt2" accent1="accent1" accent2="accent2" accent3="accent3" accent4="accent4" accent5="accent5" accent6="accent6" hlink="hlink" folHlink="folHlink"/>
    </a:extraClrScheme>
    <a:extraClrScheme>
      <a:clrScheme name="Textured 7">
        <a:dk1>
          <a:srgbClr val="000000"/>
        </a:dk1>
        <a:lt1>
          <a:srgbClr val="DBDAC2"/>
        </a:lt1>
        <a:dk2>
          <a:srgbClr val="827F4C"/>
        </a:dk2>
        <a:lt2>
          <a:srgbClr val="C0BC94"/>
        </a:lt2>
        <a:accent1>
          <a:srgbClr val="AAA578"/>
        </a:accent1>
        <a:accent2>
          <a:srgbClr val="A2A4AC"/>
        </a:accent2>
        <a:accent3>
          <a:srgbClr val="EAEADD"/>
        </a:accent3>
        <a:accent4>
          <a:srgbClr val="000000"/>
        </a:accent4>
        <a:accent5>
          <a:srgbClr val="D2CFBE"/>
        </a:accent5>
        <a:accent6>
          <a:srgbClr val="92949B"/>
        </a:accent6>
        <a:hlink>
          <a:srgbClr val="5B8800"/>
        </a:hlink>
        <a:folHlink>
          <a:srgbClr val="686532"/>
        </a:folHlink>
      </a:clrScheme>
      <a:clrMap bg1="lt1" tx1="dk1" bg2="lt2" tx2="dk2" accent1="accent1" accent2="accent2" accent3="accent3" accent4="accent4" accent5="accent5" accent6="accent6" hlink="hlink" folHlink="folHlink"/>
    </a:extraClrScheme>
    <a:extraClrScheme>
      <a:clrScheme name="Textured 8">
        <a:dk1>
          <a:srgbClr val="000000"/>
        </a:dk1>
        <a:lt1>
          <a:srgbClr val="DCE8F4"/>
        </a:lt1>
        <a:dk2>
          <a:srgbClr val="7B9CB5"/>
        </a:dk2>
        <a:lt2>
          <a:srgbClr val="969696"/>
        </a:lt2>
        <a:accent1>
          <a:srgbClr val="FFFFFF"/>
        </a:accent1>
        <a:accent2>
          <a:srgbClr val="00BAB6"/>
        </a:accent2>
        <a:accent3>
          <a:srgbClr val="EBF2F8"/>
        </a:accent3>
        <a:accent4>
          <a:srgbClr val="000000"/>
        </a:accent4>
        <a:accent5>
          <a:srgbClr val="FFFFFF"/>
        </a:accent5>
        <a:accent6>
          <a:srgbClr val="00A8A5"/>
        </a:accent6>
        <a:hlink>
          <a:srgbClr val="8A8AD8"/>
        </a:hlink>
        <a:folHlink>
          <a:srgbClr val="2424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Textured</Template>
  <TotalTime>304</TotalTime>
  <Words>561</Words>
  <Application>Microsoft Office PowerPoint</Application>
  <PresentationFormat>On-screen Show (4:3)</PresentationFormat>
  <Paragraphs>211</Paragraphs>
  <Slides>21</Slides>
  <Notes>0</Notes>
  <HiddenSlides>0</HiddenSlides>
  <MMClips>0</MMClips>
  <ScaleCrop>false</ScaleCrop>
  <HeadingPairs>
    <vt:vector size="8" baseType="variant">
      <vt:variant>
        <vt:lpstr>Fonts Used</vt:lpstr>
      </vt:variant>
      <vt:variant>
        <vt:i4>10</vt:i4>
      </vt:variant>
      <vt:variant>
        <vt:lpstr>Theme</vt:lpstr>
      </vt:variant>
      <vt:variant>
        <vt:i4>3</vt:i4>
      </vt:variant>
      <vt:variant>
        <vt:lpstr>Embedded OLE Servers</vt:lpstr>
      </vt:variant>
      <vt:variant>
        <vt:i4>1</vt:i4>
      </vt:variant>
      <vt:variant>
        <vt:lpstr>Slide Titles</vt:lpstr>
      </vt:variant>
      <vt:variant>
        <vt:i4>21</vt:i4>
      </vt:variant>
    </vt:vector>
  </HeadingPairs>
  <TitlesOfParts>
    <vt:vector size="35" baseType="lpstr">
      <vt:lpstr>Arial</vt:lpstr>
      <vt:lpstr>Tahoma</vt:lpstr>
      <vt:lpstr>Wingdings</vt:lpstr>
      <vt:lpstr>Georgia</vt:lpstr>
      <vt:lpstr>Verdana</vt:lpstr>
      <vt:lpstr>宋体</vt:lpstr>
      <vt:lpstr>Times New Roman</vt:lpstr>
      <vt:lpstr>Arial Black</vt:lpstr>
      <vt:lpstr>Wingdings 3</vt:lpstr>
      <vt:lpstr>Aleem Urdu Unicode</vt:lpstr>
      <vt:lpstr>Textured</vt:lpstr>
      <vt:lpstr>Default Design</vt:lpstr>
      <vt:lpstr>1_Default Design</vt:lpstr>
      <vt:lpstr>CorelDRAW 9.0 Graphic</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IIMCT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arfat</dc:creator>
  <cp:lastModifiedBy>Family</cp:lastModifiedBy>
  <cp:revision>108</cp:revision>
  <dcterms:created xsi:type="dcterms:W3CDTF">2009-05-20T04:52:18Z</dcterms:created>
  <dcterms:modified xsi:type="dcterms:W3CDTF">2013-04-03T15:43:27Z</dcterms:modified>
</cp:coreProperties>
</file>