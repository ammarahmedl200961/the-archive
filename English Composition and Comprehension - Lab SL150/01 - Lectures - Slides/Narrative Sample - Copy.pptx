
<file path=[Content_Types].xml><?xml version="1.0" encoding="utf-8"?>
<Types xmlns="http://schemas.openxmlformats.org/package/2006/content-types">
  <Default Extension="png" ContentType="image/png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9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6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7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3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2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4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5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0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2DB73-F956-4178-A515-2BD09CBDFAAE}" type="datetimeFigureOut">
              <a:rPr lang="en-US" smtClean="0"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2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ma"/><Relationship Id="rId1" Type="http://schemas.microsoft.com/office/2007/relationships/media" Target="../media/media3.wm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wma"/><Relationship Id="rId1" Type="http://schemas.microsoft.com/office/2007/relationships/media" Target="../media/media4.wm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ma"/><Relationship Id="rId1" Type="http://schemas.microsoft.com/office/2007/relationships/media" Target="../media/media5.wm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 Paragraph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94286" y="186372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8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1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Who</a:t>
            </a:r>
            <a:r>
              <a:rPr lang="en-US" dirty="0"/>
              <a:t> </a:t>
            </a:r>
            <a:r>
              <a:rPr lang="en-US" dirty="0" smtClean="0"/>
              <a:t>was/were in the story/event?</a:t>
            </a:r>
            <a:endParaRPr lang="en-US" dirty="0"/>
          </a:p>
          <a:p>
            <a:r>
              <a:rPr lang="en-US" b="1" dirty="0"/>
              <a:t>What</a:t>
            </a:r>
            <a:r>
              <a:rPr lang="en-US" dirty="0"/>
              <a:t> exactly </a:t>
            </a:r>
            <a:r>
              <a:rPr lang="en-US" dirty="0" smtClean="0"/>
              <a:t>happened in the story/event?</a:t>
            </a:r>
            <a:endParaRPr lang="en-US" dirty="0"/>
          </a:p>
          <a:p>
            <a:r>
              <a:rPr lang="en-US" b="1" dirty="0"/>
              <a:t>Where</a:t>
            </a:r>
            <a:r>
              <a:rPr lang="en-US" dirty="0"/>
              <a:t> did this </a:t>
            </a:r>
            <a:r>
              <a:rPr lang="en-US" dirty="0" smtClean="0"/>
              <a:t>happen in the story/event?</a:t>
            </a:r>
            <a:endParaRPr lang="en-US" dirty="0"/>
          </a:p>
          <a:p>
            <a:r>
              <a:rPr lang="en-US" b="1" dirty="0"/>
              <a:t>When</a:t>
            </a:r>
            <a:r>
              <a:rPr lang="en-US" dirty="0"/>
              <a:t> did this </a:t>
            </a:r>
            <a:r>
              <a:rPr lang="en-US" dirty="0" smtClean="0"/>
              <a:t>happen in the story/event?</a:t>
            </a:r>
            <a:endParaRPr lang="en-US" dirty="0"/>
          </a:p>
          <a:p>
            <a:r>
              <a:rPr lang="en-US" b="1" dirty="0"/>
              <a:t>Why</a:t>
            </a:r>
            <a:r>
              <a:rPr lang="en-US" dirty="0"/>
              <a:t> did it </a:t>
            </a:r>
            <a:r>
              <a:rPr lang="en-US" dirty="0" smtClean="0"/>
              <a:t>happen in the story/event?</a:t>
            </a:r>
            <a:endParaRPr lang="en-US" dirty="0"/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23086" y="210819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8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 Paragraph 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014413"/>
            <a:ext cx="11258550" cy="564356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Topic Sentence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 (Only needed when we are writing a single paragraph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 case of narrative essay, this information is covered 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introductory paragraph)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Details</a:t>
            </a:r>
          </a:p>
          <a:p>
            <a:pPr lvl="2">
              <a:lnSpc>
                <a:spcPct val="150000"/>
              </a:lnSpc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Details</a:t>
            </a:r>
          </a:p>
          <a:p>
            <a:pPr lvl="2">
              <a:lnSpc>
                <a:spcPct val="150000"/>
              </a:lnSpc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 Details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Concluding Sentence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6686" y="131467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5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0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463" y="0"/>
            <a:ext cx="11082337" cy="665797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 smtClean="0">
                <a:latin typeface="Times New Roman" panose="02020603050405020304" pitchFamily="18" charset="0"/>
              </a:rPr>
              <a:t>HEER RANJHA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err="1" smtClean="0">
                <a:latin typeface="Times New Roman" panose="02020603050405020304" pitchFamily="18" charset="0"/>
              </a:rPr>
              <a:t>Heer</a:t>
            </a:r>
            <a:r>
              <a:rPr lang="en-US" sz="2400" dirty="0" smtClean="0">
                <a:latin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 is an interesting story. It is a tragic love story that took place in the 19th century in current </a:t>
            </a:r>
            <a:r>
              <a:rPr lang="en-US" sz="2400" dirty="0" err="1" smtClean="0">
                <a:latin typeface="Times New Roman" panose="02020603050405020304" pitchFamily="18" charset="0"/>
              </a:rPr>
              <a:t>Jandiala</a:t>
            </a:r>
            <a:r>
              <a:rPr lang="en-US" sz="2400" dirty="0" smtClean="0">
                <a:latin typeface="Times New Roman" panose="02020603050405020304" pitchFamily="18" charset="0"/>
              </a:rPr>
              <a:t> Sher Khan, Punjab. It is widely taught in high schools all over the country. The story begins when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</a:t>
            </a:r>
            <a:r>
              <a:rPr lang="en-US" sz="2400" dirty="0" smtClean="0">
                <a:latin typeface="Times New Roman" panose="02020603050405020304" pitchFamily="18" charset="0"/>
              </a:rPr>
              <a:t> and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 fall in love with each other at first sight. Their love is so deep that they become fodder for gossip. Not long after,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Heer’s</a:t>
            </a:r>
            <a:r>
              <a:rPr lang="en-US" sz="2400" dirty="0" smtClean="0">
                <a:latin typeface="Times New Roman" panose="02020603050405020304" pitchFamily="18" charset="0"/>
              </a:rPr>
              <a:t> mother arranges her daughter’s marriage with the King’s son. The king admires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</a:t>
            </a:r>
            <a:r>
              <a:rPr lang="en-US" sz="2400" dirty="0" smtClean="0">
                <a:latin typeface="Times New Roman" panose="02020603050405020304" pitchFamily="18" charset="0"/>
              </a:rPr>
              <a:t> so much that as an act of mercy, he lets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</a:t>
            </a:r>
            <a:r>
              <a:rPr lang="en-US" sz="2400" dirty="0" smtClean="0">
                <a:latin typeface="Times New Roman" panose="02020603050405020304" pitchFamily="18" charset="0"/>
              </a:rPr>
              <a:t> marry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. As dissatisfaction grows,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Heer’s</a:t>
            </a:r>
            <a:r>
              <a:rPr lang="en-US" sz="2400" dirty="0" smtClean="0">
                <a:latin typeface="Times New Roman" panose="02020603050405020304" pitchFamily="18" charset="0"/>
              </a:rPr>
              <a:t> mother arranges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Heer’s</a:t>
            </a:r>
            <a:r>
              <a:rPr lang="en-US" sz="2400" dirty="0" smtClean="0">
                <a:latin typeface="Times New Roman" panose="02020603050405020304" pitchFamily="18" charset="0"/>
              </a:rPr>
              <a:t> marriage with a previous suitor. With worry,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 follows her. The arrival of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 at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Heer’s</a:t>
            </a:r>
            <a:r>
              <a:rPr lang="en-US" sz="2400" dirty="0" smtClean="0">
                <a:latin typeface="Times New Roman" panose="02020603050405020304" pitchFamily="18" charset="0"/>
              </a:rPr>
              <a:t> wedding marks the end of the story.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 is caught and executed. On hearing this, </a:t>
            </a:r>
            <a:r>
              <a:rPr lang="en-US" sz="2400" dirty="0" err="1" smtClean="0">
                <a:latin typeface="Times New Roman" panose="02020603050405020304" pitchFamily="18" charset="0"/>
              </a:rPr>
              <a:t>Heer</a:t>
            </a:r>
            <a:r>
              <a:rPr lang="en-US" sz="2400" dirty="0" smtClean="0">
                <a:latin typeface="Times New Roman" panose="02020603050405020304" pitchFamily="18" charset="0"/>
              </a:rPr>
              <a:t> commits suicide out of love for </a:t>
            </a:r>
            <a:r>
              <a:rPr lang="en-US" sz="2400" dirty="0" err="1" smtClean="0">
                <a:latin typeface="Times New Roman" panose="02020603050405020304" pitchFamily="18" charset="0"/>
              </a:rPr>
              <a:t>Ranjha</a:t>
            </a:r>
            <a:r>
              <a:rPr lang="en-US" sz="2400" dirty="0" smtClean="0">
                <a:latin typeface="Times New Roman" panose="02020603050405020304" pitchFamily="18" charset="0"/>
              </a:rPr>
              <a:t>. The couple’s death outrages the king and he orders the execution for those involved in the tragedy. This story is very appealing.</a:t>
            </a:r>
            <a:endParaRPr lang="en-US" sz="2400" dirty="0"/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344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463" y="314324"/>
            <a:ext cx="11272837" cy="654367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Heer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is an interesting story (Topic Sentence).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</a:rPr>
              <a:t>It is a tragic love story that took place in the 19th century in current </a:t>
            </a:r>
            <a:r>
              <a:rPr lang="en-US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Jandiala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</a:rPr>
              <a:t> Sher Khan, Punjab. It is widely taught in high schools all over the country (Background Information).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5B9BD5"/>
                </a:solidFill>
                <a:latin typeface="Times New Roman" panose="02020603050405020304" pitchFamily="18" charset="0"/>
              </a:rPr>
              <a:t>The story begins when </a:t>
            </a:r>
            <a:r>
              <a:rPr lang="en-US" dirty="0" err="1">
                <a:solidFill>
                  <a:srgbClr val="5B9BD5"/>
                </a:solidFill>
                <a:latin typeface="Times New Roman" panose="02020603050405020304" pitchFamily="18" charset="0"/>
              </a:rPr>
              <a:t>Heer</a:t>
            </a:r>
            <a:r>
              <a:rPr lang="en-US" dirty="0">
                <a:solidFill>
                  <a:srgbClr val="5B9BD5"/>
                </a:solidFill>
                <a:latin typeface="Times New Roman" panose="02020603050405020304" pitchFamily="18" charset="0"/>
              </a:rPr>
              <a:t> and </a:t>
            </a:r>
            <a:r>
              <a:rPr lang="en-US" dirty="0" err="1">
                <a:solidFill>
                  <a:srgbClr val="5B9BD5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5B9BD5"/>
                </a:solidFill>
                <a:latin typeface="Times New Roman" panose="02020603050405020304" pitchFamily="18" charset="0"/>
              </a:rPr>
              <a:t> fall in love with each other at first sight (Major Detail).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Their love is so deep that they become fodder for gossip (Minor Detail).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Not long after,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Heer’s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 mother arranges her daughter’s marriage with the King’s son (Major). 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The king admires her so much that as an act of mercy he lets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Heer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 marry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 (Minor).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As dissatisfaction grows,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Heer’s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 mother arranges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Heer’s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 marriage with a previous suitor (Major).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With worry,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 follows </a:t>
            </a:r>
            <a:r>
              <a:rPr lang="en-US" dirty="0" smtClean="0">
                <a:solidFill>
                  <a:srgbClr val="92D050"/>
                </a:solidFill>
                <a:latin typeface="Times New Roman" panose="02020603050405020304" pitchFamily="18" charset="0"/>
              </a:rPr>
              <a:t>her (Minor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The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arrival of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 at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Heer’s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</a:rPr>
              <a:t> wedding marks the end of the story (Major).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 is caught and executed.  On hearing this,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Heer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 commits suicide out of love for </a:t>
            </a:r>
            <a:r>
              <a:rPr lang="en-US" dirty="0" err="1">
                <a:solidFill>
                  <a:srgbClr val="92D050"/>
                </a:solidFill>
                <a:latin typeface="Times New Roman" panose="02020603050405020304" pitchFamily="18" charset="0"/>
              </a:rPr>
              <a:t>Ranjha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</a:rPr>
              <a:t>. The couple’s death outrages the king and he orders the execution for those involved in the tragedy (Minor).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This story is very appealing (Concluding)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52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8675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School Play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828675"/>
            <a:ext cx="10982325" cy="534828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school play is something I’ll never forget. I was playing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Safiyah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wife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Saadat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Hasan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auditorium was packed with people.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hot inside, even though it was the middle of the winter. Ms.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Ayesha gave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the cue, so I walked on stage toward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Asad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was playing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Saadat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Hasan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 looked at the audience, I froze and forgot my line. Now I was really sweating. I looked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Asad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 pointed to his hat. That helped me remember the line. I said,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Sahab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hat is on crooked again.” The crowd laughed, and I relaxed. We got a standing ovation when the show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ended. Therefore, experience of this school play is still fresh in my mind.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70629" y="4143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5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423</Words>
  <Application>Microsoft Office PowerPoint</Application>
  <PresentationFormat>Widescreen</PresentationFormat>
  <Paragraphs>20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Narrative Paragraph</vt:lpstr>
      <vt:lpstr>PowerPoint Presentation</vt:lpstr>
      <vt:lpstr>Narrative Paragraph Structure</vt:lpstr>
      <vt:lpstr>PowerPoint Presentation</vt:lpstr>
      <vt:lpstr>PowerPoint Presentation</vt:lpstr>
      <vt:lpstr>My First School Play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Husnain Raza</dc:creator>
  <cp:lastModifiedBy>Ayesha shafiq</cp:lastModifiedBy>
  <cp:revision>22</cp:revision>
  <dcterms:created xsi:type="dcterms:W3CDTF">2020-09-20T11:27:14Z</dcterms:created>
  <dcterms:modified xsi:type="dcterms:W3CDTF">2020-09-22T17:42:51Z</dcterms:modified>
</cp:coreProperties>
</file>