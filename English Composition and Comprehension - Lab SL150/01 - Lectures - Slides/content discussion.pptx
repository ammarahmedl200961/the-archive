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3" r:id="rId6"/>
    <p:sldId id="261" r:id="rId7"/>
    <p:sldId id="260"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44" autoAdjust="0"/>
    <p:restoredTop sz="94660"/>
  </p:normalViewPr>
  <p:slideViewPr>
    <p:cSldViewPr snapToGrid="0">
      <p:cViewPr varScale="1">
        <p:scale>
          <a:sx n="70" d="100"/>
          <a:sy n="70" d="100"/>
        </p:scale>
        <p:origin x="73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C9B54E9-5B11-499C-90D4-B0AF5CA90059}"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3603375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9B54E9-5B11-499C-90D4-B0AF5CA90059}"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41785487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C9B54E9-5B11-499C-90D4-B0AF5CA90059}"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17456100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C9B54E9-5B11-499C-90D4-B0AF5CA90059}" type="datetimeFigureOut">
              <a:rPr lang="en-US" smtClean="0"/>
              <a:t>10/27/2020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14633005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C9B54E9-5B11-499C-90D4-B0AF5CA90059}" type="datetimeFigureOut">
              <a:rPr lang="en-US" smtClean="0"/>
              <a:t>10/27/2020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4146835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C9B54E9-5B11-499C-90D4-B0AF5CA90059}" type="datetimeFigureOut">
              <a:rPr lang="en-US" smtClean="0"/>
              <a:t>10/27/2020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3194903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C9B54E9-5B11-499C-90D4-B0AF5CA90059}" type="datetimeFigureOut">
              <a:rPr lang="en-US" smtClean="0"/>
              <a:t>10/27/2020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2039187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9B54E9-5B11-499C-90D4-B0AF5CA90059}" type="datetimeFigureOut">
              <a:rPr lang="en-US" smtClean="0"/>
              <a:t>10/27/2020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11213062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C9B54E9-5B11-499C-90D4-B0AF5CA90059}" type="datetimeFigureOut">
              <a:rPr lang="en-US" smtClean="0"/>
              <a:t>10/27/2020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7900240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9B54E9-5B11-499C-90D4-B0AF5CA90059}"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254789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C9B54E9-5B11-499C-90D4-B0AF5CA90059}" type="datetimeFigureOut">
              <a:rPr lang="en-US" smtClean="0"/>
              <a:t>10/27/2020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45DB8EC-98EC-46D8-8471-A3F268F503A9}" type="slidenum">
              <a:rPr lang="en-US" smtClean="0"/>
              <a:t>‹#›</a:t>
            </a:fld>
            <a:endParaRPr lang="en-US"/>
          </a:p>
        </p:txBody>
      </p:sp>
    </p:spTree>
    <p:extLst>
      <p:ext uri="{BB962C8B-B14F-4D97-AF65-F5344CB8AC3E}">
        <p14:creationId xmlns:p14="http://schemas.microsoft.com/office/powerpoint/2010/main" val="3681932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9B54E9-5B11-499C-90D4-B0AF5CA90059}" type="datetimeFigureOut">
              <a:rPr lang="en-US" smtClean="0"/>
              <a:t>10/27/2020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5DB8EC-98EC-46D8-8471-A3F268F503A9}" type="slidenum">
              <a:rPr lang="en-US" smtClean="0"/>
              <a:t>‹#›</a:t>
            </a:fld>
            <a:endParaRPr lang="en-US"/>
          </a:p>
        </p:txBody>
      </p:sp>
    </p:spTree>
    <p:extLst>
      <p:ext uri="{BB962C8B-B14F-4D97-AF65-F5344CB8AC3E}">
        <p14:creationId xmlns:p14="http://schemas.microsoft.com/office/powerpoint/2010/main" val="10899488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wisegeek.com/what-is-word-choice.ht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Concept Discussion</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827934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Spring showers can result in hazardous road conditions. The National Safety Council has put together a list of suggestions for drivers. First, make sure your windshield wiper and tires are in good shape. Check the depth of the grooves in your tires by putting a rupee coin into the grooves. If the top of Quaid e </a:t>
            </a:r>
            <a:r>
              <a:rPr lang="en-US" dirty="0" err="1"/>
              <a:t>Azam’s</a:t>
            </a:r>
            <a:r>
              <a:rPr lang="en-US" dirty="0"/>
              <a:t> head appears, you need new tires. The oil on the roadway mixes with water, causing slippery roads. Leave more distance between you and the car in front of you. Cars need as much as ten times more space to stop on wet roads. Next, don’t drive through large puddles. The splashing water could affect your brakes and your vision. Above affix, drive defensively in the rain. Be alert for any hazard, including other drivers who are not being cautious. </a:t>
            </a:r>
            <a:endParaRPr lang="en-US" dirty="0" smtClean="0"/>
          </a:p>
          <a:p>
            <a:r>
              <a:rPr lang="en-US" dirty="0" smtClean="0"/>
              <a:t>Identify </a:t>
            </a:r>
            <a:r>
              <a:rPr lang="en-US" dirty="0"/>
              <a:t>the purpose of given passage.</a:t>
            </a:r>
          </a:p>
        </p:txBody>
      </p:sp>
    </p:spTree>
    <p:extLst>
      <p:ext uri="{BB962C8B-B14F-4D97-AF65-F5344CB8AC3E}">
        <p14:creationId xmlns:p14="http://schemas.microsoft.com/office/powerpoint/2010/main" val="3566666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7500" lnSpcReduction="20000"/>
          </a:bodyPr>
          <a:lstStyle/>
          <a:p>
            <a:r>
              <a:rPr lang="en-US" dirty="0" smtClean="0"/>
              <a:t>One afternoon in late August, as the summer's sun streamed into the car and made little jumping shadows on the windows, I sat gazing out at the tenement-dwellers, who were themselves looking out of their windows from the gray crumbling buildings along the tracks of upper Manhattan. As we crossed into the Bronx, the train unexpectedly slowed down for a few miles. Suddenly from out of my window I saw a large crowd near the tracks, held back by two policemen. Then, on the other side from my window, I saw a sight I would never be able to forget: a little boy almost severed in halves, lying at an incredible angle near the track. The ground was covered with blood, and the boy's eyes were opened wide, strained and disbelieving in his sudden oblivion. A policeman stood next to him, his arms folded, staring straight ahead at the windows of our train. In the orange glow of late afternoon the policemen, the crowd, the corpse of the boy were for a brief moment immobile, motionless, a small tableau to violence and death in the city. Behind me, in the next row of seats, there was a game of bridge. I heard one of the four men say as he looked out at the sight, "God, that's horrible." Another said, in a whisper, "Terrible, terrible." There was a momentary silence, punctuated only by the clicking of wheels on the track. Then, after the pause, I heard the first man say: "Two hearts."                                                                                    </a:t>
            </a:r>
          </a:p>
          <a:p>
            <a:r>
              <a:rPr lang="en-US" dirty="0" smtClean="0"/>
              <a:t>Identify the types of Writing</a:t>
            </a:r>
            <a:endParaRPr lang="en-US" dirty="0"/>
          </a:p>
        </p:txBody>
      </p:sp>
    </p:spTree>
    <p:extLst>
      <p:ext uri="{BB962C8B-B14F-4D97-AF65-F5344CB8AC3E}">
        <p14:creationId xmlns:p14="http://schemas.microsoft.com/office/powerpoint/2010/main" val="102895053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t>My friend Ali has many likable qualities. He is kind hearted, very thoughtful, and friendly to everyone. Because he is smart, he knows how to use humor to get his point across without hurting anyone’s feelings. Ali is also familiar with how to use humor to motivate people and how to get people to agree with him. The most important thing I like about him is that I know he would never turn his back on me or lie to me or my family. I feel very lucky to have someone like my friend because I can count on him in many ways. If your car broke down far away from home in the middle of the night, Ali is the kind of person who would get out of bed to pick you up. I have learned how to treat other people better through watching him, and he has shown me what it means to be honest and trustworthy.                                                                                             </a:t>
            </a:r>
          </a:p>
          <a:p>
            <a:r>
              <a:rPr lang="en-US" dirty="0" smtClean="0"/>
              <a:t>Identify the type of Writing</a:t>
            </a:r>
            <a:endParaRPr lang="en-US" dirty="0"/>
          </a:p>
        </p:txBody>
      </p:sp>
    </p:spTree>
    <p:extLst>
      <p:ext uri="{BB962C8B-B14F-4D97-AF65-F5344CB8AC3E}">
        <p14:creationId xmlns:p14="http://schemas.microsoft.com/office/powerpoint/2010/main" val="31049980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Raising taxes is wrong because people should be entitled to keep their own money and because an increase in tax revenue will be stifling to businesses. We should keep taxes low or even reduce tax rates to encourage growth</a:t>
            </a:r>
            <a:r>
              <a:rPr lang="en-US" dirty="0" smtClean="0"/>
              <a:t>.</a:t>
            </a:r>
          </a:p>
          <a:p>
            <a:r>
              <a:rPr lang="en-US" i="1" dirty="0"/>
              <a:t>Chippers</a:t>
            </a:r>
            <a:r>
              <a:rPr lang="en-US" dirty="0"/>
              <a:t> are the crispiest, crunchiest, and most delicious brand of chips you will ever taste. Buy a bag </a:t>
            </a:r>
            <a:r>
              <a:rPr lang="en-US" dirty="0" smtClean="0"/>
              <a:t>today.</a:t>
            </a:r>
            <a:endParaRPr lang="en-US" dirty="0"/>
          </a:p>
        </p:txBody>
      </p:sp>
    </p:spTree>
    <p:extLst>
      <p:ext uri="{BB962C8B-B14F-4D97-AF65-F5344CB8AC3E}">
        <p14:creationId xmlns:p14="http://schemas.microsoft.com/office/powerpoint/2010/main" val="2661074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Style of writing</a:t>
            </a:r>
            <a:endParaRPr lang="en-US" dirty="0"/>
          </a:p>
        </p:txBody>
      </p:sp>
      <p:sp>
        <p:nvSpPr>
          <p:cNvPr id="3" name="Content Placeholder 2"/>
          <p:cNvSpPr>
            <a:spLocks noGrp="1"/>
          </p:cNvSpPr>
          <p:nvPr>
            <p:ph idx="1"/>
          </p:nvPr>
        </p:nvSpPr>
        <p:spPr/>
        <p:txBody>
          <a:bodyPr/>
          <a:lstStyle/>
          <a:p>
            <a:r>
              <a:rPr lang="en-US" dirty="0"/>
              <a:t>A writing style is the way in which a particular writer chooses to assemble words and sentences together to create an overall piece of writing. There are a number of different components that typically make up this style, including </a:t>
            </a:r>
            <a:r>
              <a:rPr lang="en-US" b="1" dirty="0">
                <a:hlinkClick r:id="rId2"/>
              </a:rPr>
              <a:t>word choice</a:t>
            </a:r>
            <a:r>
              <a:rPr lang="en-US" dirty="0"/>
              <a:t>, sentence length and structure, use of figurative language, and point of view. The style of a particular author can also vary depending on the audience and purpose of a piece of writing</a:t>
            </a:r>
            <a:r>
              <a:rPr lang="en-US" dirty="0" smtClean="0"/>
              <a:t>.</a:t>
            </a:r>
          </a:p>
          <a:p>
            <a:r>
              <a:rPr lang="en-US" dirty="0" smtClean="0"/>
              <a:t>Formal style</a:t>
            </a:r>
          </a:p>
          <a:p>
            <a:r>
              <a:rPr lang="en-US" dirty="0" smtClean="0"/>
              <a:t>Informal style</a:t>
            </a:r>
            <a:endParaRPr lang="en-US" dirty="0"/>
          </a:p>
        </p:txBody>
      </p:sp>
    </p:spTree>
    <p:extLst>
      <p:ext uri="{BB962C8B-B14F-4D97-AF65-F5344CB8AC3E}">
        <p14:creationId xmlns:p14="http://schemas.microsoft.com/office/powerpoint/2010/main" val="518840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Types of Writing Styles</a:t>
            </a:r>
            <a:endParaRPr lang="en-US" dirty="0"/>
          </a:p>
        </p:txBody>
      </p:sp>
      <p:sp>
        <p:nvSpPr>
          <p:cNvPr id="3" name="Content Placeholder 2"/>
          <p:cNvSpPr>
            <a:spLocks noGrp="1"/>
          </p:cNvSpPr>
          <p:nvPr>
            <p:ph idx="1"/>
          </p:nvPr>
        </p:nvSpPr>
        <p:spPr/>
        <p:txBody>
          <a:bodyPr/>
          <a:lstStyle/>
          <a:p>
            <a:r>
              <a:rPr lang="en-US" b="1" dirty="0"/>
              <a:t>Expository writing</a:t>
            </a:r>
            <a:r>
              <a:rPr lang="en-US" dirty="0"/>
              <a:t> sets forth facts. You can find it in textbooks, journalism (except opinion or editorial articles), business writing, technical writing, essays, and instructions.</a:t>
            </a:r>
          </a:p>
          <a:p>
            <a:r>
              <a:rPr lang="en-US" b="1" dirty="0"/>
              <a:t>Descriptive writing</a:t>
            </a:r>
            <a:r>
              <a:rPr lang="en-US" dirty="0"/>
              <a:t> evokes images through rich description. You can find it in fiction, poetry, journal writing, and advertising.</a:t>
            </a:r>
          </a:p>
          <a:p>
            <a:r>
              <a:rPr lang="en-US" b="1" dirty="0"/>
              <a:t>Persuasive writing</a:t>
            </a:r>
            <a:r>
              <a:rPr lang="en-US" dirty="0"/>
              <a:t> aims to </a:t>
            </a:r>
            <a:r>
              <a:rPr lang="en-US" dirty="0" smtClean="0"/>
              <a:t>influence </a:t>
            </a:r>
            <a:r>
              <a:rPr lang="en-US" dirty="0"/>
              <a:t>the reader toward the author’s point of view. It is used heavily in advertising, and can also be found in opinion and editorial pieces, reviews, and job applications.</a:t>
            </a:r>
          </a:p>
          <a:p>
            <a:r>
              <a:rPr lang="en-US" b="1" dirty="0"/>
              <a:t>Narrative writing</a:t>
            </a:r>
            <a:r>
              <a:rPr lang="en-US" dirty="0"/>
              <a:t> tells a story. It can be found in fiction, poetry, biographies, human interest stories, and anecdotes.</a:t>
            </a:r>
          </a:p>
          <a:p>
            <a:endParaRPr lang="en-US" dirty="0"/>
          </a:p>
        </p:txBody>
      </p:sp>
    </p:spTree>
    <p:extLst>
      <p:ext uri="{BB962C8B-B14F-4D97-AF65-F5344CB8AC3E}">
        <p14:creationId xmlns:p14="http://schemas.microsoft.com/office/powerpoint/2010/main" val="21089062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Pattern of Organization</a:t>
            </a:r>
            <a:endParaRPr lang="en-US" dirty="0"/>
          </a:p>
        </p:txBody>
      </p:sp>
      <p:sp>
        <p:nvSpPr>
          <p:cNvPr id="3" name="Content Placeholder 2"/>
          <p:cNvSpPr>
            <a:spLocks noGrp="1"/>
          </p:cNvSpPr>
          <p:nvPr>
            <p:ph idx="1"/>
          </p:nvPr>
        </p:nvSpPr>
        <p:spPr/>
        <p:txBody>
          <a:bodyPr/>
          <a:lstStyle/>
          <a:p>
            <a:r>
              <a:rPr lang="en-US" dirty="0" smtClean="0"/>
              <a:t>A</a:t>
            </a:r>
            <a:r>
              <a:rPr lang="en-US" dirty="0"/>
              <a:t> writing pattern is a specific way of organizing ideas to convey a certain type of argument</a:t>
            </a:r>
            <a:r>
              <a:rPr lang="en-US" dirty="0" smtClean="0"/>
              <a:t>.</a:t>
            </a:r>
          </a:p>
          <a:p>
            <a:r>
              <a:rPr lang="en-US" dirty="0"/>
              <a:t>Writing patterns are also sometimes referred to as patterns of </a:t>
            </a:r>
            <a:r>
              <a:rPr lang="en-US" dirty="0" smtClean="0"/>
              <a:t>organization.</a:t>
            </a:r>
          </a:p>
          <a:p>
            <a:r>
              <a:rPr lang="en-US" dirty="0"/>
              <a:t>The writing pattern an author uses will vary based on the desired purpose.</a:t>
            </a:r>
          </a:p>
        </p:txBody>
      </p:sp>
    </p:spTree>
    <p:extLst>
      <p:ext uri="{BB962C8B-B14F-4D97-AF65-F5344CB8AC3E}">
        <p14:creationId xmlns:p14="http://schemas.microsoft.com/office/powerpoint/2010/main" val="40104182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TotalTime>
  <Words>739</Words>
  <Application>Microsoft Office PowerPoint</Application>
  <PresentationFormat>Widescreen</PresentationFormat>
  <Paragraphs>22</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Concept Discussion</vt:lpstr>
      <vt:lpstr>PowerPoint Presentation</vt:lpstr>
      <vt:lpstr>PowerPoint Presentation</vt:lpstr>
      <vt:lpstr>PowerPoint Presentation</vt:lpstr>
      <vt:lpstr>PowerPoint Presentation</vt:lpstr>
      <vt:lpstr>                     Style of writing</vt:lpstr>
      <vt:lpstr>              Types of Writing Styles</vt:lpstr>
      <vt:lpstr>                 Pattern of Organization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Ayesha shafiq</dc:creator>
  <cp:lastModifiedBy>Ayesha shafiq</cp:lastModifiedBy>
  <cp:revision>7</cp:revision>
  <dcterms:created xsi:type="dcterms:W3CDTF">2020-10-27T16:31:41Z</dcterms:created>
  <dcterms:modified xsi:type="dcterms:W3CDTF">2020-10-27T17:06:53Z</dcterms:modified>
</cp:coreProperties>
</file>