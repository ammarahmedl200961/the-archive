
<file path=[Content_Types].xml><?xml version="1.0" encoding="utf-8"?>
<Types xmlns="http://schemas.openxmlformats.org/package/2006/content-types">
  <Default Extension="png" ContentType="image/png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03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95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1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1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8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8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1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DB95E-8B9E-4CFA-A278-54F1095DB277}" type="datetimeFigureOut">
              <a:rPr lang="en-US" smtClean="0"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2B49E-A8AD-47B9-BDAD-3BF2FB85B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13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wma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.wma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5.wma"/><Relationship Id="rId2" Type="http://schemas.openxmlformats.org/officeDocument/2006/relationships/audio" Target="../media/media4.wma"/><Relationship Id="rId1" Type="http://schemas.microsoft.com/office/2007/relationships/media" Target="../media/media4.wm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.wm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ma"/><Relationship Id="rId1" Type="http://schemas.microsoft.com/office/2007/relationships/media" Target="../media/media6.wma"/><Relationship Id="rId5" Type="http://schemas.openxmlformats.org/officeDocument/2006/relationships/image" Target="../media/image1.png"/><Relationship Id="rId4" Type="http://schemas.openxmlformats.org/officeDocument/2006/relationships/hyperlink" Target="http://www.entrytest.com/essays/essay27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Expository Essay Writing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48800" y="84225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0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Introductory </a:t>
            </a:r>
            <a:r>
              <a:rPr lang="en-US" dirty="0" smtClean="0"/>
              <a:t>Paragraph</a:t>
            </a:r>
          </a:p>
          <a:p>
            <a:pPr lvl="1"/>
            <a:r>
              <a:rPr lang="en-US" dirty="0" smtClean="0"/>
              <a:t>Reader’s Hook</a:t>
            </a:r>
          </a:p>
          <a:p>
            <a:pPr lvl="1"/>
            <a:r>
              <a:rPr lang="en-US" dirty="0" smtClean="0"/>
              <a:t>Lead-in Statement</a:t>
            </a:r>
          </a:p>
          <a:p>
            <a:pPr lvl="1"/>
            <a:r>
              <a:rPr lang="en-US" dirty="0" smtClean="0"/>
              <a:t>Thesis Statement( Topic+ 1controlling Idea+3 reasons/supporting points)</a:t>
            </a:r>
          </a:p>
          <a:p>
            <a:pPr lvl="1"/>
            <a:r>
              <a:rPr lang="en-US" dirty="0" smtClean="0"/>
              <a:t>Reverse Hook( Reverse first point/reasons of thesis</a:t>
            </a:r>
          </a:p>
          <a:p>
            <a:r>
              <a:rPr lang="en-US" dirty="0" smtClean="0"/>
              <a:t>First Body Paragraph</a:t>
            </a:r>
          </a:p>
          <a:p>
            <a:pPr lvl="1"/>
            <a:r>
              <a:rPr lang="en-US" dirty="0"/>
              <a:t>The first sentence of this paragraph should include  the 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dirty="0" smtClean="0">
                <a:solidFill>
                  <a:srgbClr val="FF0000"/>
                </a:solidFill>
              </a:rPr>
              <a:t>forward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hook</a:t>
            </a:r>
            <a:r>
              <a:rPr lang="en-US" dirty="0"/>
              <a:t>” which ties in with the transitional hook at the end of the introductory paragraph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/>
              <a:t>The last sentence in this paragraph should include </a:t>
            </a:r>
            <a:r>
              <a:rPr lang="en-US" dirty="0">
                <a:solidFill>
                  <a:srgbClr val="FF0000"/>
                </a:solidFill>
              </a:rPr>
              <a:t>a transitional  </a:t>
            </a:r>
            <a:r>
              <a:rPr lang="en-US" dirty="0" smtClean="0">
                <a:solidFill>
                  <a:srgbClr val="FF0000"/>
                </a:solidFill>
              </a:rPr>
              <a:t>hook(reverse hook) </a:t>
            </a:r>
            <a:r>
              <a:rPr lang="en-US" dirty="0"/>
              <a:t>to tie the </a:t>
            </a:r>
            <a:r>
              <a:rPr lang="en-US" dirty="0">
                <a:solidFill>
                  <a:srgbClr val="FF0000"/>
                </a:solidFill>
              </a:rPr>
              <a:t>second paragraph of the body</a:t>
            </a:r>
            <a:r>
              <a:rPr lang="en-US" dirty="0"/>
              <a:t>. </a:t>
            </a:r>
            <a:endParaRPr lang="en-US" dirty="0" smtClean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54018" y="230188"/>
            <a:ext cx="609600" cy="609600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54018" y="12160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4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5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25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690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Second Body paragraph</a:t>
            </a:r>
          </a:p>
          <a:p>
            <a:pPr lvl="1"/>
            <a:r>
              <a:rPr lang="en-US" dirty="0"/>
              <a:t>The first sentence of this paragraph should include the </a:t>
            </a:r>
            <a:r>
              <a:rPr lang="en-US" dirty="0" smtClean="0"/>
              <a:t>forward</a:t>
            </a:r>
            <a:r>
              <a:rPr lang="en-US" dirty="0" smtClean="0"/>
              <a:t> </a:t>
            </a:r>
            <a:r>
              <a:rPr lang="en-US" dirty="0"/>
              <a:t>hook which ties in with the transitional  hook at the end of </a:t>
            </a:r>
            <a:r>
              <a:rPr lang="en-US" dirty="0" smtClean="0"/>
              <a:t>the first </a:t>
            </a:r>
            <a:r>
              <a:rPr lang="en-US" dirty="0"/>
              <a:t>paragraph of the body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last sentence in this  paragraph should include </a:t>
            </a:r>
            <a:r>
              <a:rPr lang="en-US" dirty="0">
                <a:solidFill>
                  <a:srgbClr val="FF0000"/>
                </a:solidFill>
              </a:rPr>
              <a:t>a transitional </a:t>
            </a:r>
            <a:r>
              <a:rPr lang="en-US" dirty="0" smtClean="0">
                <a:solidFill>
                  <a:srgbClr val="FF0000"/>
                </a:solidFill>
              </a:rPr>
              <a:t>hook(reverse hook) </a:t>
            </a:r>
            <a:r>
              <a:rPr lang="en-US" dirty="0"/>
              <a:t>to tie into the third paragraph of the body. </a:t>
            </a:r>
            <a:endParaRPr lang="en-US" b="0" dirty="0" smtClean="0">
              <a:effectLst/>
            </a:endParaRPr>
          </a:p>
          <a:p>
            <a:r>
              <a:rPr lang="en-US" dirty="0" smtClean="0"/>
              <a:t>Third Body paragraph</a:t>
            </a:r>
          </a:p>
          <a:p>
            <a:pPr lvl="1"/>
            <a:r>
              <a:rPr lang="en-US" dirty="0"/>
              <a:t>The first sentence of this  paragraph should include the </a:t>
            </a:r>
            <a:r>
              <a:rPr lang="en-US" dirty="0" smtClean="0">
                <a:solidFill>
                  <a:srgbClr val="FF0000"/>
                </a:solidFill>
              </a:rPr>
              <a:t>forward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hook </a:t>
            </a:r>
            <a:r>
              <a:rPr lang="en-US" dirty="0"/>
              <a:t>which ties in with the transitional hook at the end of the second  </a:t>
            </a:r>
            <a:r>
              <a:rPr lang="en-US" dirty="0" smtClean="0"/>
              <a:t>paragraph.</a:t>
            </a:r>
          </a:p>
          <a:p>
            <a:pPr lvl="1"/>
            <a:r>
              <a:rPr lang="en-US" dirty="0" smtClean="0"/>
              <a:t>2 major supporting details</a:t>
            </a:r>
          </a:p>
          <a:p>
            <a:pPr lvl="1"/>
            <a:r>
              <a:rPr lang="en-US" dirty="0" smtClean="0"/>
              <a:t>1 minor supporting detail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last sentence in this paragraph should include a  transitional concluding hook that signals the reader that this is the final major point being made in the  essay. This hook also leads in to the last, or concluding, paragraph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08358" y="723107"/>
            <a:ext cx="609600" cy="609600"/>
          </a:xfrm>
          <a:prstGeom prst="rect">
            <a:avLst/>
          </a:prstGeom>
        </p:spPr>
      </p:pic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26722" y="271145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5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75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for Five Paragraph Essay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Concluding </a:t>
            </a:r>
            <a:r>
              <a:rPr lang="en-US" dirty="0" smtClean="0"/>
              <a:t>Paragraph</a:t>
            </a:r>
          </a:p>
          <a:p>
            <a:pPr lvl="1"/>
            <a:r>
              <a:rPr lang="en-US" dirty="0" smtClean="0"/>
              <a:t>Restatement of thesis</a:t>
            </a:r>
            <a:endParaRPr lang="en-US" dirty="0" smtClean="0"/>
          </a:p>
          <a:p>
            <a:pPr lvl="1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summary of the three main points from the body of the essay. </a:t>
            </a:r>
          </a:p>
          <a:p>
            <a:pPr lvl="1"/>
            <a:r>
              <a:rPr lang="en-US" dirty="0" smtClean="0"/>
              <a:t> A </a:t>
            </a:r>
            <a:r>
              <a:rPr lang="en-US" dirty="0"/>
              <a:t>final statement that gives the reader signals that the discussion has come to an end. (This  final statement may be a “call to action” in </a:t>
            </a:r>
            <a:r>
              <a:rPr lang="en-US" dirty="0" smtClean="0"/>
              <a:t> </a:t>
            </a:r>
            <a:r>
              <a:rPr lang="en-US" dirty="0"/>
              <a:t>essay.)</a:t>
            </a:r>
            <a:endParaRPr lang="en-US" b="0" dirty="0" smtClean="0">
              <a:effectLst/>
            </a:endParaRPr>
          </a:p>
          <a:p>
            <a:pPr marL="0" indent="0">
              <a:buNone/>
            </a:pPr>
            <a:r>
              <a:rPr lang="en-US" dirty="0" smtClean="0"/>
              <a:t>Example Essay</a:t>
            </a:r>
          </a:p>
          <a:p>
            <a:pPr marL="0" indent="0">
              <a:buNone/>
            </a:pPr>
            <a:r>
              <a:rPr lang="en-US" dirty="0" smtClean="0">
                <a:hlinkClick r:id="rId4"/>
              </a:rPr>
              <a:t>http://www.entrytest.com/essays/essay27.aspx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421505" y="10810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92</Words>
  <Application>Microsoft Office PowerPoint</Application>
  <PresentationFormat>Widescreen</PresentationFormat>
  <Paragraphs>31</Paragraphs>
  <Slides>4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Expository Essay Writing</vt:lpstr>
      <vt:lpstr>Outline for Five Paragraph Essay</vt:lpstr>
      <vt:lpstr>Outline for Five Paragraph Essay</vt:lpstr>
      <vt:lpstr>Outline for Five Paragraph Essay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Expository Essay Writing</dc:title>
  <dc:creator>Ayesha shafiq</dc:creator>
  <cp:lastModifiedBy>Ayesha shafiq</cp:lastModifiedBy>
  <cp:revision>12</cp:revision>
  <dcterms:created xsi:type="dcterms:W3CDTF">2020-12-01T18:05:18Z</dcterms:created>
  <dcterms:modified xsi:type="dcterms:W3CDTF">2020-12-01T19:06:52Z</dcterms:modified>
</cp:coreProperties>
</file>