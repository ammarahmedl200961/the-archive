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E8F65A-E85C-4B93-930A-26CF86E771A1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FB1CC12-C5D3-49C8-9D52-7F93C1BB98CC}">
      <dgm:prSet phldrT="[Text]"/>
      <dgm:spPr/>
      <dgm:t>
        <a:bodyPr/>
        <a:lstStyle/>
        <a:p>
          <a:r>
            <a:rPr lang="en-US" dirty="0" smtClean="0"/>
            <a:t>Formal (Style)</a:t>
          </a:r>
          <a:endParaRPr lang="en-US" dirty="0"/>
        </a:p>
      </dgm:t>
    </dgm:pt>
    <dgm:pt modelId="{5C3E38B7-CAD6-4319-8B07-E2CCB568C784}" type="parTrans" cxnId="{C90674FC-3DD1-48D3-9DFD-36A41A5484EF}">
      <dgm:prSet/>
      <dgm:spPr/>
      <dgm:t>
        <a:bodyPr/>
        <a:lstStyle/>
        <a:p>
          <a:endParaRPr lang="en-US"/>
        </a:p>
      </dgm:t>
    </dgm:pt>
    <dgm:pt modelId="{81BD7F90-7C47-4DF1-BC4D-830201C18925}" type="sibTrans" cxnId="{C90674FC-3DD1-48D3-9DFD-36A41A5484EF}">
      <dgm:prSet/>
      <dgm:spPr/>
      <dgm:t>
        <a:bodyPr/>
        <a:lstStyle/>
        <a:p>
          <a:endParaRPr lang="en-US"/>
        </a:p>
      </dgm:t>
    </dgm:pt>
    <dgm:pt modelId="{3B14BF86-9182-478F-9A5F-47F4E69469CC}">
      <dgm:prSet phldrT="[Text]"/>
      <dgm:spPr/>
      <dgm:t>
        <a:bodyPr/>
        <a:lstStyle/>
        <a:p>
          <a:r>
            <a:rPr lang="en-US" dirty="0" smtClean="0"/>
            <a:t>Descriptive (Type)</a:t>
          </a:r>
          <a:endParaRPr lang="en-US" dirty="0"/>
        </a:p>
      </dgm:t>
    </dgm:pt>
    <dgm:pt modelId="{47BDD1A5-090F-49CA-A50E-891480AEE86C}" type="parTrans" cxnId="{EA51055A-99CA-4C3B-8AA3-343A27CB9D06}">
      <dgm:prSet/>
      <dgm:spPr/>
      <dgm:t>
        <a:bodyPr/>
        <a:lstStyle/>
        <a:p>
          <a:endParaRPr lang="en-US"/>
        </a:p>
      </dgm:t>
    </dgm:pt>
    <dgm:pt modelId="{C86FF315-C0E0-4DE7-BD52-C47CE0496C69}" type="sibTrans" cxnId="{EA51055A-99CA-4C3B-8AA3-343A27CB9D06}">
      <dgm:prSet/>
      <dgm:spPr/>
      <dgm:t>
        <a:bodyPr/>
        <a:lstStyle/>
        <a:p>
          <a:endParaRPr lang="en-US"/>
        </a:p>
      </dgm:t>
    </dgm:pt>
    <dgm:pt modelId="{A1351061-4CEF-4BEE-82D0-9A867F65983C}">
      <dgm:prSet phldrT="[Text]"/>
      <dgm:spPr/>
      <dgm:t>
        <a:bodyPr/>
        <a:lstStyle/>
        <a:p>
          <a:r>
            <a:rPr lang="en-US" dirty="0" smtClean="0"/>
            <a:t>Cause &amp; Effect (Pattern)</a:t>
          </a:r>
          <a:endParaRPr lang="en-US" dirty="0"/>
        </a:p>
      </dgm:t>
    </dgm:pt>
    <dgm:pt modelId="{AB3837D9-4E36-402D-8B62-8352B5E61FE6}" type="parTrans" cxnId="{2FA16FF8-4E81-42CE-ADCB-296FE1E59E64}">
      <dgm:prSet/>
      <dgm:spPr/>
      <dgm:t>
        <a:bodyPr/>
        <a:lstStyle/>
        <a:p>
          <a:endParaRPr lang="en-US"/>
        </a:p>
      </dgm:t>
    </dgm:pt>
    <dgm:pt modelId="{7EF0FA9A-6F2B-4ADD-9DFF-F772CC88AE05}" type="sibTrans" cxnId="{2FA16FF8-4E81-42CE-ADCB-296FE1E59E64}">
      <dgm:prSet/>
      <dgm:spPr/>
      <dgm:t>
        <a:bodyPr/>
        <a:lstStyle/>
        <a:p>
          <a:endParaRPr lang="en-US"/>
        </a:p>
      </dgm:t>
    </dgm:pt>
    <dgm:pt modelId="{06A5EE64-62B8-47D9-8715-31E80763319F}">
      <dgm:prSet phldrT="[Text]"/>
      <dgm:spPr/>
      <dgm:t>
        <a:bodyPr/>
        <a:lstStyle/>
        <a:p>
          <a:r>
            <a:rPr lang="en-US" dirty="0" smtClean="0"/>
            <a:t>Comparison &amp; Contrast </a:t>
          </a:r>
          <a:r>
            <a:rPr lang="en-US" dirty="0" smtClean="0"/>
            <a:t>(Pattern)</a:t>
          </a:r>
          <a:endParaRPr lang="en-US" dirty="0"/>
        </a:p>
      </dgm:t>
    </dgm:pt>
    <dgm:pt modelId="{AF349BB1-894F-4E8F-A4ED-4CA62946A27D}" type="parTrans" cxnId="{18560CEE-4B04-4D48-A7C8-593D134F1D38}">
      <dgm:prSet/>
      <dgm:spPr/>
      <dgm:t>
        <a:bodyPr/>
        <a:lstStyle/>
        <a:p>
          <a:endParaRPr lang="en-US"/>
        </a:p>
      </dgm:t>
    </dgm:pt>
    <dgm:pt modelId="{246B6A39-57B5-4B7B-87D2-1B54993C84C6}" type="sibTrans" cxnId="{18560CEE-4B04-4D48-A7C8-593D134F1D38}">
      <dgm:prSet/>
      <dgm:spPr/>
      <dgm:t>
        <a:bodyPr/>
        <a:lstStyle/>
        <a:p>
          <a:endParaRPr lang="en-US"/>
        </a:p>
      </dgm:t>
    </dgm:pt>
    <dgm:pt modelId="{BF9D5144-99AA-46B9-B748-B07B04A61540}">
      <dgm:prSet phldrT="[Text]"/>
      <dgm:spPr/>
      <dgm:t>
        <a:bodyPr/>
        <a:lstStyle/>
        <a:p>
          <a:r>
            <a:rPr lang="en-US" dirty="0" smtClean="0"/>
            <a:t>Narrative (Type)</a:t>
          </a:r>
          <a:endParaRPr lang="en-US" dirty="0"/>
        </a:p>
      </dgm:t>
    </dgm:pt>
    <dgm:pt modelId="{037273B4-64AC-4E38-8A8B-D09E1E61B5F8}" type="parTrans" cxnId="{5A34556D-5FCC-40D3-A7BE-CA88E98A06D8}">
      <dgm:prSet/>
      <dgm:spPr/>
      <dgm:t>
        <a:bodyPr/>
        <a:lstStyle/>
        <a:p>
          <a:endParaRPr lang="en-US"/>
        </a:p>
      </dgm:t>
    </dgm:pt>
    <dgm:pt modelId="{C8E4A1AE-A4C2-4775-8087-14A7B5359B2D}" type="sibTrans" cxnId="{5A34556D-5FCC-40D3-A7BE-CA88E98A06D8}">
      <dgm:prSet/>
      <dgm:spPr/>
      <dgm:t>
        <a:bodyPr/>
        <a:lstStyle/>
        <a:p>
          <a:endParaRPr lang="en-US"/>
        </a:p>
      </dgm:t>
    </dgm:pt>
    <dgm:pt modelId="{129A0440-5D71-4658-97A8-C83B93D4454B}">
      <dgm:prSet phldrT="[Text]"/>
      <dgm:spPr/>
      <dgm:t>
        <a:bodyPr/>
        <a:lstStyle/>
        <a:p>
          <a:r>
            <a:rPr lang="en-US" dirty="0" smtClean="0"/>
            <a:t>Cause &amp; Effect </a:t>
          </a:r>
          <a:r>
            <a:rPr lang="en-US" dirty="0" smtClean="0"/>
            <a:t>(Pattern)</a:t>
          </a:r>
          <a:endParaRPr lang="en-US" dirty="0"/>
        </a:p>
      </dgm:t>
    </dgm:pt>
    <dgm:pt modelId="{F1FFE874-9039-4B23-B796-531F15BD2033}" type="parTrans" cxnId="{4D59B1AE-1FE2-4A64-ACD9-90E1FBEE6CB6}">
      <dgm:prSet/>
      <dgm:spPr/>
      <dgm:t>
        <a:bodyPr/>
        <a:lstStyle/>
        <a:p>
          <a:endParaRPr lang="en-US"/>
        </a:p>
      </dgm:t>
    </dgm:pt>
    <dgm:pt modelId="{22E4004F-CC4F-44EB-85F5-013AD9A78E31}" type="sibTrans" cxnId="{4D59B1AE-1FE2-4A64-ACD9-90E1FBEE6CB6}">
      <dgm:prSet/>
      <dgm:spPr/>
      <dgm:t>
        <a:bodyPr/>
        <a:lstStyle/>
        <a:p>
          <a:endParaRPr lang="en-US"/>
        </a:p>
      </dgm:t>
    </dgm:pt>
    <dgm:pt modelId="{90C6496A-DAAD-4282-BEA3-4891EFC7C53B}">
      <dgm:prSet/>
      <dgm:spPr/>
      <dgm:t>
        <a:bodyPr/>
        <a:lstStyle/>
        <a:p>
          <a:endParaRPr lang="en-US"/>
        </a:p>
      </dgm:t>
    </dgm:pt>
    <dgm:pt modelId="{CFE6F5D7-AF2B-47BE-877E-88B57DFA011A}" type="parTrans" cxnId="{1356D49A-FE3C-4C9D-88A1-393F36FED813}">
      <dgm:prSet/>
      <dgm:spPr/>
      <dgm:t>
        <a:bodyPr/>
        <a:lstStyle/>
        <a:p>
          <a:endParaRPr lang="en-US"/>
        </a:p>
      </dgm:t>
    </dgm:pt>
    <dgm:pt modelId="{F96659D3-DDC8-4186-AAF7-6378A3A03A3F}" type="sibTrans" cxnId="{1356D49A-FE3C-4C9D-88A1-393F36FED813}">
      <dgm:prSet/>
      <dgm:spPr/>
      <dgm:t>
        <a:bodyPr/>
        <a:lstStyle/>
        <a:p>
          <a:endParaRPr lang="en-US"/>
        </a:p>
      </dgm:t>
    </dgm:pt>
    <dgm:pt modelId="{53206AD7-D915-4F6A-A172-0C255A7ED9A8}">
      <dgm:prSet phldrT="[Text]"/>
      <dgm:spPr/>
      <dgm:t>
        <a:bodyPr/>
        <a:lstStyle/>
        <a:p>
          <a:r>
            <a:rPr lang="en-US" dirty="0" smtClean="0"/>
            <a:t>Comparison &amp; Contrast </a:t>
          </a:r>
          <a:r>
            <a:rPr lang="en-US" dirty="0" smtClean="0"/>
            <a:t>(Pattern)</a:t>
          </a:r>
          <a:endParaRPr lang="en-US" dirty="0"/>
        </a:p>
      </dgm:t>
    </dgm:pt>
    <dgm:pt modelId="{1AB0C2CF-529F-43CE-BAF6-02988EB3299E}" type="parTrans" cxnId="{96945900-06EC-4E95-8CBB-BC78E717057D}">
      <dgm:prSet/>
      <dgm:spPr/>
      <dgm:t>
        <a:bodyPr/>
        <a:lstStyle/>
        <a:p>
          <a:endParaRPr lang="en-US"/>
        </a:p>
      </dgm:t>
    </dgm:pt>
    <dgm:pt modelId="{E364C519-2A4A-4A21-B534-5880F33831A9}" type="sibTrans" cxnId="{96945900-06EC-4E95-8CBB-BC78E717057D}">
      <dgm:prSet/>
      <dgm:spPr/>
      <dgm:t>
        <a:bodyPr/>
        <a:lstStyle/>
        <a:p>
          <a:endParaRPr lang="en-US"/>
        </a:p>
      </dgm:t>
    </dgm:pt>
    <dgm:pt modelId="{9B3CF6FC-3252-4442-A268-50ADB7109E3B}" type="pres">
      <dgm:prSet presAssocID="{96E8F65A-E85C-4B93-930A-26CF86E771A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24FD40-703E-4A5F-8F7A-EBD66976D102}" type="pres">
      <dgm:prSet presAssocID="{CFB1CC12-C5D3-49C8-9D52-7F93C1BB98CC}" presName="hierRoot1" presStyleCnt="0"/>
      <dgm:spPr/>
    </dgm:pt>
    <dgm:pt modelId="{E0F004BC-E81D-4B18-AD90-22CE4BA78725}" type="pres">
      <dgm:prSet presAssocID="{CFB1CC12-C5D3-49C8-9D52-7F93C1BB98CC}" presName="composite" presStyleCnt="0"/>
      <dgm:spPr/>
    </dgm:pt>
    <dgm:pt modelId="{7C806D33-629E-43E5-8CA7-57A327EED02F}" type="pres">
      <dgm:prSet presAssocID="{CFB1CC12-C5D3-49C8-9D52-7F93C1BB98CC}" presName="image" presStyleLbl="node0" presStyleIdx="0" presStyleCnt="2"/>
      <dgm:spPr/>
    </dgm:pt>
    <dgm:pt modelId="{9957F848-0C39-44D4-9E28-FF16CF3CA012}" type="pres">
      <dgm:prSet presAssocID="{CFB1CC12-C5D3-49C8-9D52-7F93C1BB98CC}" presName="text" presStyleLbl="revTx" presStyleIdx="0" presStyleCnt="8" custScaleX="114705" custLinFactNeighborX="9333" custLinFactNeighborY="1400">
        <dgm:presLayoutVars>
          <dgm:chPref val="3"/>
        </dgm:presLayoutVars>
      </dgm:prSet>
      <dgm:spPr/>
    </dgm:pt>
    <dgm:pt modelId="{A85AFC9D-2CE0-41A0-B986-B8DCD676F8FD}" type="pres">
      <dgm:prSet presAssocID="{CFB1CC12-C5D3-49C8-9D52-7F93C1BB98CC}" presName="hierChild2" presStyleCnt="0"/>
      <dgm:spPr/>
    </dgm:pt>
    <dgm:pt modelId="{19EE8DBE-667C-4328-BEC2-C94D9849BD00}" type="pres">
      <dgm:prSet presAssocID="{47BDD1A5-090F-49CA-A50E-891480AEE86C}" presName="Name10" presStyleLbl="parChTrans1D2" presStyleIdx="0" presStyleCnt="2"/>
      <dgm:spPr/>
    </dgm:pt>
    <dgm:pt modelId="{288F77D7-FA28-4D86-B701-704FBE018A95}" type="pres">
      <dgm:prSet presAssocID="{3B14BF86-9182-478F-9A5F-47F4E69469CC}" presName="hierRoot2" presStyleCnt="0"/>
      <dgm:spPr/>
    </dgm:pt>
    <dgm:pt modelId="{D8C48870-8CCE-4ADE-933B-A44E31F3DCFB}" type="pres">
      <dgm:prSet presAssocID="{3B14BF86-9182-478F-9A5F-47F4E69469CC}" presName="composite2" presStyleCnt="0"/>
      <dgm:spPr/>
    </dgm:pt>
    <dgm:pt modelId="{D234F9A4-1D5C-4D30-AE91-4920F98C41FF}" type="pres">
      <dgm:prSet presAssocID="{3B14BF86-9182-478F-9A5F-47F4E69469CC}" presName="image2" presStyleLbl="node2" presStyleIdx="0" presStyleCnt="2"/>
      <dgm:spPr/>
    </dgm:pt>
    <dgm:pt modelId="{94A14457-5979-4114-8375-2661A1A61CF2}" type="pres">
      <dgm:prSet presAssocID="{3B14BF86-9182-478F-9A5F-47F4E69469CC}" presName="text2" presStyleLbl="revTx" presStyleIdx="1" presStyleCnt="8">
        <dgm:presLayoutVars>
          <dgm:chPref val="3"/>
        </dgm:presLayoutVars>
      </dgm:prSet>
      <dgm:spPr/>
    </dgm:pt>
    <dgm:pt modelId="{DAAFC0E7-8CA0-42EE-B198-07EEA4014C40}" type="pres">
      <dgm:prSet presAssocID="{3B14BF86-9182-478F-9A5F-47F4E69469CC}" presName="hierChild3" presStyleCnt="0"/>
      <dgm:spPr/>
    </dgm:pt>
    <dgm:pt modelId="{9498FF4B-B39F-4E60-9E46-7C7486CF8290}" type="pres">
      <dgm:prSet presAssocID="{AB3837D9-4E36-402D-8B62-8352B5E61FE6}" presName="Name17" presStyleLbl="parChTrans1D3" presStyleIdx="0" presStyleCnt="4"/>
      <dgm:spPr/>
    </dgm:pt>
    <dgm:pt modelId="{8545DBA7-931C-4F2B-BE01-4BFC491A72CC}" type="pres">
      <dgm:prSet presAssocID="{A1351061-4CEF-4BEE-82D0-9A867F65983C}" presName="hierRoot3" presStyleCnt="0"/>
      <dgm:spPr/>
    </dgm:pt>
    <dgm:pt modelId="{280708D8-AA1C-496D-86C7-918FF761E301}" type="pres">
      <dgm:prSet presAssocID="{A1351061-4CEF-4BEE-82D0-9A867F65983C}" presName="composite3" presStyleCnt="0"/>
      <dgm:spPr/>
    </dgm:pt>
    <dgm:pt modelId="{3DA6B94D-DD61-4B2C-BC5D-7F12119574BC}" type="pres">
      <dgm:prSet presAssocID="{A1351061-4CEF-4BEE-82D0-9A867F65983C}" presName="image3" presStyleLbl="node3" presStyleIdx="0" presStyleCnt="4"/>
      <dgm:spPr/>
    </dgm:pt>
    <dgm:pt modelId="{8552B04B-6DE9-4958-9239-0818A4EEE646}" type="pres">
      <dgm:prSet presAssocID="{A1351061-4CEF-4BEE-82D0-9A867F65983C}" presName="text3" presStyleLbl="revTx" presStyleIdx="2" presStyleCnt="8">
        <dgm:presLayoutVars>
          <dgm:chPref val="3"/>
        </dgm:presLayoutVars>
      </dgm:prSet>
      <dgm:spPr/>
    </dgm:pt>
    <dgm:pt modelId="{011CB271-93DA-44FB-BE97-042233FC54A5}" type="pres">
      <dgm:prSet presAssocID="{A1351061-4CEF-4BEE-82D0-9A867F65983C}" presName="hierChild4" presStyleCnt="0"/>
      <dgm:spPr/>
    </dgm:pt>
    <dgm:pt modelId="{5510C8AB-4EAB-4E2F-9827-6156C4677760}" type="pres">
      <dgm:prSet presAssocID="{AF349BB1-894F-4E8F-A4ED-4CA62946A27D}" presName="Name17" presStyleLbl="parChTrans1D3" presStyleIdx="1" presStyleCnt="4"/>
      <dgm:spPr/>
    </dgm:pt>
    <dgm:pt modelId="{F53B2FD5-FA96-4498-B48D-2B544864ECD4}" type="pres">
      <dgm:prSet presAssocID="{06A5EE64-62B8-47D9-8715-31E80763319F}" presName="hierRoot3" presStyleCnt="0"/>
      <dgm:spPr/>
    </dgm:pt>
    <dgm:pt modelId="{BB191C67-3BBB-4170-9ABD-B25F174800A0}" type="pres">
      <dgm:prSet presAssocID="{06A5EE64-62B8-47D9-8715-31E80763319F}" presName="composite3" presStyleCnt="0"/>
      <dgm:spPr/>
    </dgm:pt>
    <dgm:pt modelId="{57C3B61D-F0EB-4C9C-B331-1A00A3E4FE67}" type="pres">
      <dgm:prSet presAssocID="{06A5EE64-62B8-47D9-8715-31E80763319F}" presName="image3" presStyleLbl="node3" presStyleIdx="1" presStyleCnt="4"/>
      <dgm:spPr/>
    </dgm:pt>
    <dgm:pt modelId="{327BE224-9012-46E3-9F9F-5DA493C008B8}" type="pres">
      <dgm:prSet presAssocID="{06A5EE64-62B8-47D9-8715-31E80763319F}" presName="text3" presStyleLbl="revTx" presStyleIdx="3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7CF1E16-14B0-4A1F-AF2E-6DAC0AA01BED}" type="pres">
      <dgm:prSet presAssocID="{06A5EE64-62B8-47D9-8715-31E80763319F}" presName="hierChild4" presStyleCnt="0"/>
      <dgm:spPr/>
    </dgm:pt>
    <dgm:pt modelId="{2B552998-8A85-46FC-9AD7-074F6F668F9E}" type="pres">
      <dgm:prSet presAssocID="{037273B4-64AC-4E38-8A8B-D09E1E61B5F8}" presName="Name10" presStyleLbl="parChTrans1D2" presStyleIdx="1" presStyleCnt="2"/>
      <dgm:spPr/>
    </dgm:pt>
    <dgm:pt modelId="{5436B5A5-6215-4F1E-AEF1-2C565254469C}" type="pres">
      <dgm:prSet presAssocID="{BF9D5144-99AA-46B9-B748-B07B04A61540}" presName="hierRoot2" presStyleCnt="0"/>
      <dgm:spPr/>
    </dgm:pt>
    <dgm:pt modelId="{E1430060-F0D3-44DF-AE50-B509B43C6FDF}" type="pres">
      <dgm:prSet presAssocID="{BF9D5144-99AA-46B9-B748-B07B04A61540}" presName="composite2" presStyleCnt="0"/>
      <dgm:spPr/>
    </dgm:pt>
    <dgm:pt modelId="{C25F7121-68D2-46CB-BF66-4722175216F9}" type="pres">
      <dgm:prSet presAssocID="{BF9D5144-99AA-46B9-B748-B07B04A61540}" presName="image2" presStyleLbl="node2" presStyleIdx="1" presStyleCnt="2"/>
      <dgm:spPr/>
    </dgm:pt>
    <dgm:pt modelId="{9655CF89-E68F-4B15-8E52-A77FAC9E0634}" type="pres">
      <dgm:prSet presAssocID="{BF9D5144-99AA-46B9-B748-B07B04A61540}" presName="text2" presStyleLbl="revTx" presStyleIdx="4" presStyleCnt="8">
        <dgm:presLayoutVars>
          <dgm:chPref val="3"/>
        </dgm:presLayoutVars>
      </dgm:prSet>
      <dgm:spPr/>
    </dgm:pt>
    <dgm:pt modelId="{73BE7FE6-85E7-4A24-8CEF-0EC88EC20AE2}" type="pres">
      <dgm:prSet presAssocID="{BF9D5144-99AA-46B9-B748-B07B04A61540}" presName="hierChild3" presStyleCnt="0"/>
      <dgm:spPr/>
    </dgm:pt>
    <dgm:pt modelId="{51DD39EB-9D05-402D-9CA4-258180CE1366}" type="pres">
      <dgm:prSet presAssocID="{F1FFE874-9039-4B23-B796-531F15BD2033}" presName="Name17" presStyleLbl="parChTrans1D3" presStyleIdx="2" presStyleCnt="4"/>
      <dgm:spPr/>
    </dgm:pt>
    <dgm:pt modelId="{A91B8DF7-4855-45BC-9D52-F3AEC4960876}" type="pres">
      <dgm:prSet presAssocID="{129A0440-5D71-4658-97A8-C83B93D4454B}" presName="hierRoot3" presStyleCnt="0"/>
      <dgm:spPr/>
    </dgm:pt>
    <dgm:pt modelId="{1C8ACC88-7E2B-4228-A2DA-59AF314315C3}" type="pres">
      <dgm:prSet presAssocID="{129A0440-5D71-4658-97A8-C83B93D4454B}" presName="composite3" presStyleCnt="0"/>
      <dgm:spPr/>
    </dgm:pt>
    <dgm:pt modelId="{9DCE2AD0-AC70-4CCB-AFF7-6B12DBD18C00}" type="pres">
      <dgm:prSet presAssocID="{129A0440-5D71-4658-97A8-C83B93D4454B}" presName="image3" presStyleLbl="node3" presStyleIdx="2" presStyleCnt="4"/>
      <dgm:spPr/>
    </dgm:pt>
    <dgm:pt modelId="{9967225F-D8E6-4444-8A21-F8807058F68B}" type="pres">
      <dgm:prSet presAssocID="{129A0440-5D71-4658-97A8-C83B93D4454B}" presName="text3" presStyleLbl="revTx" presStyleIdx="5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153B4C8-8AD4-4669-A335-03E3E8339FD9}" type="pres">
      <dgm:prSet presAssocID="{129A0440-5D71-4658-97A8-C83B93D4454B}" presName="hierChild4" presStyleCnt="0"/>
      <dgm:spPr/>
    </dgm:pt>
    <dgm:pt modelId="{857CEF77-8102-4D07-A47D-42EC6BEC8734}" type="pres">
      <dgm:prSet presAssocID="{CFE6F5D7-AF2B-47BE-877E-88B57DFA011A}" presName="Name17" presStyleLbl="parChTrans1D3" presStyleIdx="3" presStyleCnt="4"/>
      <dgm:spPr/>
    </dgm:pt>
    <dgm:pt modelId="{AA7A8BD5-EA93-47C2-BAE7-B6F7F72F43A5}" type="pres">
      <dgm:prSet presAssocID="{90C6496A-DAAD-4282-BEA3-4891EFC7C53B}" presName="hierRoot3" presStyleCnt="0"/>
      <dgm:spPr/>
    </dgm:pt>
    <dgm:pt modelId="{5EDD1DB8-585C-4A65-9B1C-BD36A9B5410F}" type="pres">
      <dgm:prSet presAssocID="{90C6496A-DAAD-4282-BEA3-4891EFC7C53B}" presName="composite3" presStyleCnt="0"/>
      <dgm:spPr/>
    </dgm:pt>
    <dgm:pt modelId="{48E87A15-206D-4CC2-B8D5-46B0A972359A}" type="pres">
      <dgm:prSet presAssocID="{90C6496A-DAAD-4282-BEA3-4891EFC7C53B}" presName="image3" presStyleLbl="node3" presStyleIdx="3" presStyleCnt="4"/>
      <dgm:spPr/>
    </dgm:pt>
    <dgm:pt modelId="{3154C282-71B1-49CA-B1B9-843C87F7F231}" type="pres">
      <dgm:prSet presAssocID="{90C6496A-DAAD-4282-BEA3-4891EFC7C53B}" presName="text3" presStyleLbl="revTx" presStyleIdx="6" presStyleCnt="8">
        <dgm:presLayoutVars>
          <dgm:chPref val="3"/>
        </dgm:presLayoutVars>
      </dgm:prSet>
      <dgm:spPr/>
    </dgm:pt>
    <dgm:pt modelId="{DAEE20DA-9526-4403-ACAB-E35877ECE420}" type="pres">
      <dgm:prSet presAssocID="{90C6496A-DAAD-4282-BEA3-4891EFC7C53B}" presName="hierChild4" presStyleCnt="0"/>
      <dgm:spPr/>
    </dgm:pt>
    <dgm:pt modelId="{B89AF487-244B-4346-A6EB-233C1DCDBE3A}" type="pres">
      <dgm:prSet presAssocID="{53206AD7-D915-4F6A-A172-0C255A7ED9A8}" presName="hierRoot1" presStyleCnt="0"/>
      <dgm:spPr/>
    </dgm:pt>
    <dgm:pt modelId="{4366134A-E683-4C64-9D7D-4FD1B540F260}" type="pres">
      <dgm:prSet presAssocID="{53206AD7-D915-4F6A-A172-0C255A7ED9A8}" presName="composite" presStyleCnt="0"/>
      <dgm:spPr/>
    </dgm:pt>
    <dgm:pt modelId="{D4F6685B-001F-4647-B199-994B751DF7E8}" type="pres">
      <dgm:prSet presAssocID="{53206AD7-D915-4F6A-A172-0C255A7ED9A8}" presName="image" presStyleLbl="node0" presStyleIdx="1" presStyleCnt="2" custLinFactX="31106" custLinFactY="100000" custLinFactNeighborX="100000" custLinFactNeighborY="163123"/>
      <dgm:spPr/>
    </dgm:pt>
    <dgm:pt modelId="{C58FFE98-24B5-4042-9B3F-598371C69098}" type="pres">
      <dgm:prSet presAssocID="{53206AD7-D915-4F6A-A172-0C255A7ED9A8}" presName="text" presStyleLbl="revTx" presStyleIdx="7" presStyleCnt="8" custLinFactY="100000" custLinFactNeighborX="91877" custLinFactNeighborY="16452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EA694C-07F7-4EA9-835A-F22B66FF165A}" type="pres">
      <dgm:prSet presAssocID="{53206AD7-D915-4F6A-A172-0C255A7ED9A8}" presName="hierChild2" presStyleCnt="0"/>
      <dgm:spPr/>
    </dgm:pt>
  </dgm:ptLst>
  <dgm:cxnLst>
    <dgm:cxn modelId="{41201391-3694-43E8-9B10-C91B1FF22C17}" type="presOf" srcId="{AB3837D9-4E36-402D-8B62-8352B5E61FE6}" destId="{9498FF4B-B39F-4E60-9E46-7C7486CF8290}" srcOrd="0" destOrd="0" presId="urn:microsoft.com/office/officeart/2009/layout/CirclePictureHierarchy"/>
    <dgm:cxn modelId="{7447DAA0-A2A5-4B5D-9AFF-D71AB3847E5A}" type="presOf" srcId="{53206AD7-D915-4F6A-A172-0C255A7ED9A8}" destId="{C58FFE98-24B5-4042-9B3F-598371C69098}" srcOrd="0" destOrd="0" presId="urn:microsoft.com/office/officeart/2009/layout/CirclePictureHierarchy"/>
    <dgm:cxn modelId="{7C5507D4-54D5-48F6-8647-7547E59C7B02}" type="presOf" srcId="{90C6496A-DAAD-4282-BEA3-4891EFC7C53B}" destId="{3154C282-71B1-49CA-B1B9-843C87F7F231}" srcOrd="0" destOrd="0" presId="urn:microsoft.com/office/officeart/2009/layout/CirclePictureHierarchy"/>
    <dgm:cxn modelId="{83A8BF18-569B-48DC-ABEE-C1BBDC28A6C7}" type="presOf" srcId="{3B14BF86-9182-478F-9A5F-47F4E69469CC}" destId="{94A14457-5979-4114-8375-2661A1A61CF2}" srcOrd="0" destOrd="0" presId="urn:microsoft.com/office/officeart/2009/layout/CirclePictureHierarchy"/>
    <dgm:cxn modelId="{51A05275-A481-4A5C-9178-4410B7014132}" type="presOf" srcId="{CFE6F5D7-AF2B-47BE-877E-88B57DFA011A}" destId="{857CEF77-8102-4D07-A47D-42EC6BEC8734}" srcOrd="0" destOrd="0" presId="urn:microsoft.com/office/officeart/2009/layout/CirclePictureHierarchy"/>
    <dgm:cxn modelId="{C90674FC-3DD1-48D3-9DFD-36A41A5484EF}" srcId="{96E8F65A-E85C-4B93-930A-26CF86E771A1}" destId="{CFB1CC12-C5D3-49C8-9D52-7F93C1BB98CC}" srcOrd="0" destOrd="0" parTransId="{5C3E38B7-CAD6-4319-8B07-E2CCB568C784}" sibTransId="{81BD7F90-7C47-4DF1-BC4D-830201C18925}"/>
    <dgm:cxn modelId="{35233946-AD26-4D77-9E8C-300EE575ED99}" type="presOf" srcId="{CFB1CC12-C5D3-49C8-9D52-7F93C1BB98CC}" destId="{9957F848-0C39-44D4-9E28-FF16CF3CA012}" srcOrd="0" destOrd="0" presId="urn:microsoft.com/office/officeart/2009/layout/CirclePictureHierarchy"/>
    <dgm:cxn modelId="{4D59B1AE-1FE2-4A64-ACD9-90E1FBEE6CB6}" srcId="{BF9D5144-99AA-46B9-B748-B07B04A61540}" destId="{129A0440-5D71-4658-97A8-C83B93D4454B}" srcOrd="0" destOrd="0" parTransId="{F1FFE874-9039-4B23-B796-531F15BD2033}" sibTransId="{22E4004F-CC4F-44EB-85F5-013AD9A78E31}"/>
    <dgm:cxn modelId="{5693DD4F-70A4-40CB-8DB7-260A51CB3908}" type="presOf" srcId="{06A5EE64-62B8-47D9-8715-31E80763319F}" destId="{327BE224-9012-46E3-9F9F-5DA493C008B8}" srcOrd="0" destOrd="0" presId="urn:microsoft.com/office/officeart/2009/layout/CirclePictureHierarchy"/>
    <dgm:cxn modelId="{7AD40BE1-CA87-4DFC-97AB-72E30ECBB510}" type="presOf" srcId="{A1351061-4CEF-4BEE-82D0-9A867F65983C}" destId="{8552B04B-6DE9-4958-9239-0818A4EEE646}" srcOrd="0" destOrd="0" presId="urn:microsoft.com/office/officeart/2009/layout/CirclePictureHierarchy"/>
    <dgm:cxn modelId="{8AA95F92-DF26-4B37-AA91-A6A6723A05B3}" type="presOf" srcId="{037273B4-64AC-4E38-8A8B-D09E1E61B5F8}" destId="{2B552998-8A85-46FC-9AD7-074F6F668F9E}" srcOrd="0" destOrd="0" presId="urn:microsoft.com/office/officeart/2009/layout/CirclePictureHierarchy"/>
    <dgm:cxn modelId="{694DD711-A83B-46EC-83F1-464C4895DD96}" type="presOf" srcId="{47BDD1A5-090F-49CA-A50E-891480AEE86C}" destId="{19EE8DBE-667C-4328-BEC2-C94D9849BD00}" srcOrd="0" destOrd="0" presId="urn:microsoft.com/office/officeart/2009/layout/CirclePictureHierarchy"/>
    <dgm:cxn modelId="{04B37349-88B5-414B-98DA-6D8FE8897BD5}" type="presOf" srcId="{F1FFE874-9039-4B23-B796-531F15BD2033}" destId="{51DD39EB-9D05-402D-9CA4-258180CE1366}" srcOrd="0" destOrd="0" presId="urn:microsoft.com/office/officeart/2009/layout/CirclePictureHierarchy"/>
    <dgm:cxn modelId="{BCBE3B9D-AD84-4822-BEDC-4ABD829365DB}" type="presOf" srcId="{129A0440-5D71-4658-97A8-C83B93D4454B}" destId="{9967225F-D8E6-4444-8A21-F8807058F68B}" srcOrd="0" destOrd="0" presId="urn:microsoft.com/office/officeart/2009/layout/CirclePictureHierarchy"/>
    <dgm:cxn modelId="{20F78526-07B0-47E5-8D9D-AB79D7BD1125}" type="presOf" srcId="{96E8F65A-E85C-4B93-930A-26CF86E771A1}" destId="{9B3CF6FC-3252-4442-A268-50ADB7109E3B}" srcOrd="0" destOrd="0" presId="urn:microsoft.com/office/officeart/2009/layout/CirclePictureHierarchy"/>
    <dgm:cxn modelId="{96945900-06EC-4E95-8CBB-BC78E717057D}" srcId="{96E8F65A-E85C-4B93-930A-26CF86E771A1}" destId="{53206AD7-D915-4F6A-A172-0C255A7ED9A8}" srcOrd="1" destOrd="0" parTransId="{1AB0C2CF-529F-43CE-BAF6-02988EB3299E}" sibTransId="{E364C519-2A4A-4A21-B534-5880F33831A9}"/>
    <dgm:cxn modelId="{1356D49A-FE3C-4C9D-88A1-393F36FED813}" srcId="{BF9D5144-99AA-46B9-B748-B07B04A61540}" destId="{90C6496A-DAAD-4282-BEA3-4891EFC7C53B}" srcOrd="1" destOrd="0" parTransId="{CFE6F5D7-AF2B-47BE-877E-88B57DFA011A}" sibTransId="{F96659D3-DDC8-4186-AAF7-6378A3A03A3F}"/>
    <dgm:cxn modelId="{5A34556D-5FCC-40D3-A7BE-CA88E98A06D8}" srcId="{CFB1CC12-C5D3-49C8-9D52-7F93C1BB98CC}" destId="{BF9D5144-99AA-46B9-B748-B07B04A61540}" srcOrd="1" destOrd="0" parTransId="{037273B4-64AC-4E38-8A8B-D09E1E61B5F8}" sibTransId="{C8E4A1AE-A4C2-4775-8087-14A7B5359B2D}"/>
    <dgm:cxn modelId="{A8CFBFDD-51BD-43CB-8468-A21E6B9A96D7}" type="presOf" srcId="{BF9D5144-99AA-46B9-B748-B07B04A61540}" destId="{9655CF89-E68F-4B15-8E52-A77FAC9E0634}" srcOrd="0" destOrd="0" presId="urn:microsoft.com/office/officeart/2009/layout/CirclePictureHierarchy"/>
    <dgm:cxn modelId="{18560CEE-4B04-4D48-A7C8-593D134F1D38}" srcId="{3B14BF86-9182-478F-9A5F-47F4E69469CC}" destId="{06A5EE64-62B8-47D9-8715-31E80763319F}" srcOrd="1" destOrd="0" parTransId="{AF349BB1-894F-4E8F-A4ED-4CA62946A27D}" sibTransId="{246B6A39-57B5-4B7B-87D2-1B54993C84C6}"/>
    <dgm:cxn modelId="{EA51055A-99CA-4C3B-8AA3-343A27CB9D06}" srcId="{CFB1CC12-C5D3-49C8-9D52-7F93C1BB98CC}" destId="{3B14BF86-9182-478F-9A5F-47F4E69469CC}" srcOrd="0" destOrd="0" parTransId="{47BDD1A5-090F-49CA-A50E-891480AEE86C}" sibTransId="{C86FF315-C0E0-4DE7-BD52-C47CE0496C69}"/>
    <dgm:cxn modelId="{2FA16FF8-4E81-42CE-ADCB-296FE1E59E64}" srcId="{3B14BF86-9182-478F-9A5F-47F4E69469CC}" destId="{A1351061-4CEF-4BEE-82D0-9A867F65983C}" srcOrd="0" destOrd="0" parTransId="{AB3837D9-4E36-402D-8B62-8352B5E61FE6}" sibTransId="{7EF0FA9A-6F2B-4ADD-9DFF-F772CC88AE05}"/>
    <dgm:cxn modelId="{F02E78A0-F374-4904-9D66-7020153300AB}" type="presOf" srcId="{AF349BB1-894F-4E8F-A4ED-4CA62946A27D}" destId="{5510C8AB-4EAB-4E2F-9827-6156C4677760}" srcOrd="0" destOrd="0" presId="urn:microsoft.com/office/officeart/2009/layout/CirclePictureHierarchy"/>
    <dgm:cxn modelId="{D70CE34C-A998-4DD3-A63C-F04BC77DA678}" type="presParOf" srcId="{9B3CF6FC-3252-4442-A268-50ADB7109E3B}" destId="{F224FD40-703E-4A5F-8F7A-EBD66976D102}" srcOrd="0" destOrd="0" presId="urn:microsoft.com/office/officeart/2009/layout/CirclePictureHierarchy"/>
    <dgm:cxn modelId="{01FC96B2-3A0C-46D2-9251-48CD96E04B63}" type="presParOf" srcId="{F224FD40-703E-4A5F-8F7A-EBD66976D102}" destId="{E0F004BC-E81D-4B18-AD90-22CE4BA78725}" srcOrd="0" destOrd="0" presId="urn:microsoft.com/office/officeart/2009/layout/CirclePictureHierarchy"/>
    <dgm:cxn modelId="{33CE5B2C-24AF-4F7C-B7E1-EE1D31DDE639}" type="presParOf" srcId="{E0F004BC-E81D-4B18-AD90-22CE4BA78725}" destId="{7C806D33-629E-43E5-8CA7-57A327EED02F}" srcOrd="0" destOrd="0" presId="urn:microsoft.com/office/officeart/2009/layout/CirclePictureHierarchy"/>
    <dgm:cxn modelId="{E24A9B13-F400-40C9-B98A-488127DA5BAD}" type="presParOf" srcId="{E0F004BC-E81D-4B18-AD90-22CE4BA78725}" destId="{9957F848-0C39-44D4-9E28-FF16CF3CA012}" srcOrd="1" destOrd="0" presId="urn:microsoft.com/office/officeart/2009/layout/CirclePictureHierarchy"/>
    <dgm:cxn modelId="{84B8DD86-EB06-43DD-B52B-4839D9E8DCD7}" type="presParOf" srcId="{F224FD40-703E-4A5F-8F7A-EBD66976D102}" destId="{A85AFC9D-2CE0-41A0-B986-B8DCD676F8FD}" srcOrd="1" destOrd="0" presId="urn:microsoft.com/office/officeart/2009/layout/CirclePictureHierarchy"/>
    <dgm:cxn modelId="{9200CDB2-DBF6-47CB-8CBA-99A841699C52}" type="presParOf" srcId="{A85AFC9D-2CE0-41A0-B986-B8DCD676F8FD}" destId="{19EE8DBE-667C-4328-BEC2-C94D9849BD00}" srcOrd="0" destOrd="0" presId="urn:microsoft.com/office/officeart/2009/layout/CirclePictureHierarchy"/>
    <dgm:cxn modelId="{8AA2A34D-EF29-44DA-A407-D455C719DEAD}" type="presParOf" srcId="{A85AFC9D-2CE0-41A0-B986-B8DCD676F8FD}" destId="{288F77D7-FA28-4D86-B701-704FBE018A95}" srcOrd="1" destOrd="0" presId="urn:microsoft.com/office/officeart/2009/layout/CirclePictureHierarchy"/>
    <dgm:cxn modelId="{E50D5CA8-F78B-4FFF-97FC-1F9E5FE276D8}" type="presParOf" srcId="{288F77D7-FA28-4D86-B701-704FBE018A95}" destId="{D8C48870-8CCE-4ADE-933B-A44E31F3DCFB}" srcOrd="0" destOrd="0" presId="urn:microsoft.com/office/officeart/2009/layout/CirclePictureHierarchy"/>
    <dgm:cxn modelId="{173EE7D4-85FE-4947-B4E1-07133D3545FF}" type="presParOf" srcId="{D8C48870-8CCE-4ADE-933B-A44E31F3DCFB}" destId="{D234F9A4-1D5C-4D30-AE91-4920F98C41FF}" srcOrd="0" destOrd="0" presId="urn:microsoft.com/office/officeart/2009/layout/CirclePictureHierarchy"/>
    <dgm:cxn modelId="{92A48B94-E522-4489-BC26-7A4587112A16}" type="presParOf" srcId="{D8C48870-8CCE-4ADE-933B-A44E31F3DCFB}" destId="{94A14457-5979-4114-8375-2661A1A61CF2}" srcOrd="1" destOrd="0" presId="urn:microsoft.com/office/officeart/2009/layout/CirclePictureHierarchy"/>
    <dgm:cxn modelId="{ADB1F475-D0A6-4069-A563-030E8F40ECBF}" type="presParOf" srcId="{288F77D7-FA28-4D86-B701-704FBE018A95}" destId="{DAAFC0E7-8CA0-42EE-B198-07EEA4014C40}" srcOrd="1" destOrd="0" presId="urn:microsoft.com/office/officeart/2009/layout/CirclePictureHierarchy"/>
    <dgm:cxn modelId="{BAC590C3-A3DA-4EBD-B13B-DBB26CFB32DE}" type="presParOf" srcId="{DAAFC0E7-8CA0-42EE-B198-07EEA4014C40}" destId="{9498FF4B-B39F-4E60-9E46-7C7486CF8290}" srcOrd="0" destOrd="0" presId="urn:microsoft.com/office/officeart/2009/layout/CirclePictureHierarchy"/>
    <dgm:cxn modelId="{9D35C49A-F6CC-42E2-9CCE-5AA5887797DA}" type="presParOf" srcId="{DAAFC0E7-8CA0-42EE-B198-07EEA4014C40}" destId="{8545DBA7-931C-4F2B-BE01-4BFC491A72CC}" srcOrd="1" destOrd="0" presId="urn:microsoft.com/office/officeart/2009/layout/CirclePictureHierarchy"/>
    <dgm:cxn modelId="{696CD855-F26C-4EE8-AF79-90C4501BA2D5}" type="presParOf" srcId="{8545DBA7-931C-4F2B-BE01-4BFC491A72CC}" destId="{280708D8-AA1C-496D-86C7-918FF761E301}" srcOrd="0" destOrd="0" presId="urn:microsoft.com/office/officeart/2009/layout/CirclePictureHierarchy"/>
    <dgm:cxn modelId="{0CD12198-5261-4398-B780-8AE595A3118B}" type="presParOf" srcId="{280708D8-AA1C-496D-86C7-918FF761E301}" destId="{3DA6B94D-DD61-4B2C-BC5D-7F12119574BC}" srcOrd="0" destOrd="0" presId="urn:microsoft.com/office/officeart/2009/layout/CirclePictureHierarchy"/>
    <dgm:cxn modelId="{FBE6C2BC-E994-4C50-BEF1-E46D15096C7A}" type="presParOf" srcId="{280708D8-AA1C-496D-86C7-918FF761E301}" destId="{8552B04B-6DE9-4958-9239-0818A4EEE646}" srcOrd="1" destOrd="0" presId="urn:microsoft.com/office/officeart/2009/layout/CirclePictureHierarchy"/>
    <dgm:cxn modelId="{2D0064DA-BBAB-4A88-9792-0B8D8A6E3E00}" type="presParOf" srcId="{8545DBA7-931C-4F2B-BE01-4BFC491A72CC}" destId="{011CB271-93DA-44FB-BE97-042233FC54A5}" srcOrd="1" destOrd="0" presId="urn:microsoft.com/office/officeart/2009/layout/CirclePictureHierarchy"/>
    <dgm:cxn modelId="{0AF91A19-5D1A-432D-A8B1-2FC21B462E7E}" type="presParOf" srcId="{DAAFC0E7-8CA0-42EE-B198-07EEA4014C40}" destId="{5510C8AB-4EAB-4E2F-9827-6156C4677760}" srcOrd="2" destOrd="0" presId="urn:microsoft.com/office/officeart/2009/layout/CirclePictureHierarchy"/>
    <dgm:cxn modelId="{65A5910E-849C-4782-8822-FEECFC501559}" type="presParOf" srcId="{DAAFC0E7-8CA0-42EE-B198-07EEA4014C40}" destId="{F53B2FD5-FA96-4498-B48D-2B544864ECD4}" srcOrd="3" destOrd="0" presId="urn:microsoft.com/office/officeart/2009/layout/CirclePictureHierarchy"/>
    <dgm:cxn modelId="{A55316D3-ABA3-46C5-944D-959C2417DF70}" type="presParOf" srcId="{F53B2FD5-FA96-4498-B48D-2B544864ECD4}" destId="{BB191C67-3BBB-4170-9ABD-B25F174800A0}" srcOrd="0" destOrd="0" presId="urn:microsoft.com/office/officeart/2009/layout/CirclePictureHierarchy"/>
    <dgm:cxn modelId="{A93E20C9-5D4A-4D50-B9A4-F01A459A757F}" type="presParOf" srcId="{BB191C67-3BBB-4170-9ABD-B25F174800A0}" destId="{57C3B61D-F0EB-4C9C-B331-1A00A3E4FE67}" srcOrd="0" destOrd="0" presId="urn:microsoft.com/office/officeart/2009/layout/CirclePictureHierarchy"/>
    <dgm:cxn modelId="{BFE0DD6A-7FBE-4ED2-82EA-9135A34193B7}" type="presParOf" srcId="{BB191C67-3BBB-4170-9ABD-B25F174800A0}" destId="{327BE224-9012-46E3-9F9F-5DA493C008B8}" srcOrd="1" destOrd="0" presId="urn:microsoft.com/office/officeart/2009/layout/CirclePictureHierarchy"/>
    <dgm:cxn modelId="{ABCE99D6-D209-4D87-8F3E-E70D094262CC}" type="presParOf" srcId="{F53B2FD5-FA96-4498-B48D-2B544864ECD4}" destId="{17CF1E16-14B0-4A1F-AF2E-6DAC0AA01BED}" srcOrd="1" destOrd="0" presId="urn:microsoft.com/office/officeart/2009/layout/CirclePictureHierarchy"/>
    <dgm:cxn modelId="{21C58BCA-1034-40C8-AF3F-E3E7E7DB4AB0}" type="presParOf" srcId="{A85AFC9D-2CE0-41A0-B986-B8DCD676F8FD}" destId="{2B552998-8A85-46FC-9AD7-074F6F668F9E}" srcOrd="2" destOrd="0" presId="urn:microsoft.com/office/officeart/2009/layout/CirclePictureHierarchy"/>
    <dgm:cxn modelId="{98ECAE6A-FE39-43EE-A7FC-876782353307}" type="presParOf" srcId="{A85AFC9D-2CE0-41A0-B986-B8DCD676F8FD}" destId="{5436B5A5-6215-4F1E-AEF1-2C565254469C}" srcOrd="3" destOrd="0" presId="urn:microsoft.com/office/officeart/2009/layout/CirclePictureHierarchy"/>
    <dgm:cxn modelId="{C0B1C2F4-1344-4B37-97E9-1903A92DCC2B}" type="presParOf" srcId="{5436B5A5-6215-4F1E-AEF1-2C565254469C}" destId="{E1430060-F0D3-44DF-AE50-B509B43C6FDF}" srcOrd="0" destOrd="0" presId="urn:microsoft.com/office/officeart/2009/layout/CirclePictureHierarchy"/>
    <dgm:cxn modelId="{CBB7BA6A-EF1D-4970-AA4E-0CE98C500F4C}" type="presParOf" srcId="{E1430060-F0D3-44DF-AE50-B509B43C6FDF}" destId="{C25F7121-68D2-46CB-BF66-4722175216F9}" srcOrd="0" destOrd="0" presId="urn:microsoft.com/office/officeart/2009/layout/CirclePictureHierarchy"/>
    <dgm:cxn modelId="{92A01DB4-F2B1-4254-8C08-FEF3E837BB8A}" type="presParOf" srcId="{E1430060-F0D3-44DF-AE50-B509B43C6FDF}" destId="{9655CF89-E68F-4B15-8E52-A77FAC9E0634}" srcOrd="1" destOrd="0" presId="urn:microsoft.com/office/officeart/2009/layout/CirclePictureHierarchy"/>
    <dgm:cxn modelId="{0C9B3D7D-6113-4420-86FF-5EDA32A806F8}" type="presParOf" srcId="{5436B5A5-6215-4F1E-AEF1-2C565254469C}" destId="{73BE7FE6-85E7-4A24-8CEF-0EC88EC20AE2}" srcOrd="1" destOrd="0" presId="urn:microsoft.com/office/officeart/2009/layout/CirclePictureHierarchy"/>
    <dgm:cxn modelId="{6AFDD436-A160-480E-92C2-E3D917518397}" type="presParOf" srcId="{73BE7FE6-85E7-4A24-8CEF-0EC88EC20AE2}" destId="{51DD39EB-9D05-402D-9CA4-258180CE1366}" srcOrd="0" destOrd="0" presId="urn:microsoft.com/office/officeart/2009/layout/CirclePictureHierarchy"/>
    <dgm:cxn modelId="{2609F7C1-7CCD-45EC-B981-2CB29D7CAFF1}" type="presParOf" srcId="{73BE7FE6-85E7-4A24-8CEF-0EC88EC20AE2}" destId="{A91B8DF7-4855-45BC-9D52-F3AEC4960876}" srcOrd="1" destOrd="0" presId="urn:microsoft.com/office/officeart/2009/layout/CirclePictureHierarchy"/>
    <dgm:cxn modelId="{1B123B25-0430-4134-A5A8-E401CBB52C12}" type="presParOf" srcId="{A91B8DF7-4855-45BC-9D52-F3AEC4960876}" destId="{1C8ACC88-7E2B-4228-A2DA-59AF314315C3}" srcOrd="0" destOrd="0" presId="urn:microsoft.com/office/officeart/2009/layout/CirclePictureHierarchy"/>
    <dgm:cxn modelId="{85AC173B-1416-4CED-90CF-E58CED6814C2}" type="presParOf" srcId="{1C8ACC88-7E2B-4228-A2DA-59AF314315C3}" destId="{9DCE2AD0-AC70-4CCB-AFF7-6B12DBD18C00}" srcOrd="0" destOrd="0" presId="urn:microsoft.com/office/officeart/2009/layout/CirclePictureHierarchy"/>
    <dgm:cxn modelId="{5E0C9FBF-73A6-4A0A-901D-2CDD9EF637E5}" type="presParOf" srcId="{1C8ACC88-7E2B-4228-A2DA-59AF314315C3}" destId="{9967225F-D8E6-4444-8A21-F8807058F68B}" srcOrd="1" destOrd="0" presId="urn:microsoft.com/office/officeart/2009/layout/CirclePictureHierarchy"/>
    <dgm:cxn modelId="{2B4925C0-E4C0-4F3A-B828-EF1E49D0684F}" type="presParOf" srcId="{A91B8DF7-4855-45BC-9D52-F3AEC4960876}" destId="{C153B4C8-8AD4-4669-A335-03E3E8339FD9}" srcOrd="1" destOrd="0" presId="urn:microsoft.com/office/officeart/2009/layout/CirclePictureHierarchy"/>
    <dgm:cxn modelId="{6D9EBA0F-8AA3-4E0C-A302-1EFD17D744CC}" type="presParOf" srcId="{73BE7FE6-85E7-4A24-8CEF-0EC88EC20AE2}" destId="{857CEF77-8102-4D07-A47D-42EC6BEC8734}" srcOrd="2" destOrd="0" presId="urn:microsoft.com/office/officeart/2009/layout/CirclePictureHierarchy"/>
    <dgm:cxn modelId="{89E9B09D-17D6-4577-82D3-23F1A09F97BB}" type="presParOf" srcId="{73BE7FE6-85E7-4A24-8CEF-0EC88EC20AE2}" destId="{AA7A8BD5-EA93-47C2-BAE7-B6F7F72F43A5}" srcOrd="3" destOrd="0" presId="urn:microsoft.com/office/officeart/2009/layout/CirclePictureHierarchy"/>
    <dgm:cxn modelId="{9AD5B1C9-8625-4A46-AE0D-32EEC924EFE0}" type="presParOf" srcId="{AA7A8BD5-EA93-47C2-BAE7-B6F7F72F43A5}" destId="{5EDD1DB8-585C-4A65-9B1C-BD36A9B5410F}" srcOrd="0" destOrd="0" presId="urn:microsoft.com/office/officeart/2009/layout/CirclePictureHierarchy"/>
    <dgm:cxn modelId="{8B0B86CE-989B-4D9D-B392-A1F48B2B9F06}" type="presParOf" srcId="{5EDD1DB8-585C-4A65-9B1C-BD36A9B5410F}" destId="{48E87A15-206D-4CC2-B8D5-46B0A972359A}" srcOrd="0" destOrd="0" presId="urn:microsoft.com/office/officeart/2009/layout/CirclePictureHierarchy"/>
    <dgm:cxn modelId="{D7DD256D-6016-4442-8F6B-1F765338B462}" type="presParOf" srcId="{5EDD1DB8-585C-4A65-9B1C-BD36A9B5410F}" destId="{3154C282-71B1-49CA-B1B9-843C87F7F231}" srcOrd="1" destOrd="0" presId="urn:microsoft.com/office/officeart/2009/layout/CirclePictureHierarchy"/>
    <dgm:cxn modelId="{3728E1EB-9B55-4FA2-AA54-40D70D095161}" type="presParOf" srcId="{AA7A8BD5-EA93-47C2-BAE7-B6F7F72F43A5}" destId="{DAEE20DA-9526-4403-ACAB-E35877ECE420}" srcOrd="1" destOrd="0" presId="urn:microsoft.com/office/officeart/2009/layout/CirclePictureHierarchy"/>
    <dgm:cxn modelId="{A8351DFE-C418-4C77-89CF-19B2BA605D89}" type="presParOf" srcId="{9B3CF6FC-3252-4442-A268-50ADB7109E3B}" destId="{B89AF487-244B-4346-A6EB-233C1DCDBE3A}" srcOrd="1" destOrd="0" presId="urn:microsoft.com/office/officeart/2009/layout/CirclePictureHierarchy"/>
    <dgm:cxn modelId="{04F0BFD0-D2AE-42DC-B859-78B13D174E47}" type="presParOf" srcId="{B89AF487-244B-4346-A6EB-233C1DCDBE3A}" destId="{4366134A-E683-4C64-9D7D-4FD1B540F260}" srcOrd="0" destOrd="0" presId="urn:microsoft.com/office/officeart/2009/layout/CirclePictureHierarchy"/>
    <dgm:cxn modelId="{C12B3415-DE43-4F8F-8333-2BF9107A44CE}" type="presParOf" srcId="{4366134A-E683-4C64-9D7D-4FD1B540F260}" destId="{D4F6685B-001F-4647-B199-994B751DF7E8}" srcOrd="0" destOrd="0" presId="urn:microsoft.com/office/officeart/2009/layout/CirclePictureHierarchy"/>
    <dgm:cxn modelId="{D1607411-5178-488F-B787-835067F0A5C1}" type="presParOf" srcId="{4366134A-E683-4C64-9D7D-4FD1B540F260}" destId="{C58FFE98-24B5-4042-9B3F-598371C69098}" srcOrd="1" destOrd="0" presId="urn:microsoft.com/office/officeart/2009/layout/CirclePictureHierarchy"/>
    <dgm:cxn modelId="{24091743-9959-4D5E-BA32-71C0ED1B87E8}" type="presParOf" srcId="{B89AF487-244B-4346-A6EB-233C1DCDBE3A}" destId="{BCEA694C-07F7-4EA9-835A-F22B66FF165A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E8F65A-E85C-4B93-930A-26CF86E771A1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FB1CC12-C5D3-49C8-9D52-7F93C1BB98CC}">
      <dgm:prSet phldrT="[Text]"/>
      <dgm:spPr/>
      <dgm:t>
        <a:bodyPr/>
        <a:lstStyle/>
        <a:p>
          <a:r>
            <a:rPr lang="en-US" dirty="0" smtClean="0"/>
            <a:t>Informal (Style)</a:t>
          </a:r>
          <a:endParaRPr lang="en-US" dirty="0"/>
        </a:p>
      </dgm:t>
    </dgm:pt>
    <dgm:pt modelId="{5C3E38B7-CAD6-4319-8B07-E2CCB568C784}" type="parTrans" cxnId="{C90674FC-3DD1-48D3-9DFD-36A41A5484EF}">
      <dgm:prSet/>
      <dgm:spPr/>
      <dgm:t>
        <a:bodyPr/>
        <a:lstStyle/>
        <a:p>
          <a:endParaRPr lang="en-US"/>
        </a:p>
      </dgm:t>
    </dgm:pt>
    <dgm:pt modelId="{81BD7F90-7C47-4DF1-BC4D-830201C18925}" type="sibTrans" cxnId="{C90674FC-3DD1-48D3-9DFD-36A41A5484EF}">
      <dgm:prSet/>
      <dgm:spPr/>
      <dgm:t>
        <a:bodyPr/>
        <a:lstStyle/>
        <a:p>
          <a:endParaRPr lang="en-US"/>
        </a:p>
      </dgm:t>
    </dgm:pt>
    <dgm:pt modelId="{3B14BF86-9182-478F-9A5F-47F4E69469CC}">
      <dgm:prSet phldrT="[Text]"/>
      <dgm:spPr/>
      <dgm:t>
        <a:bodyPr/>
        <a:lstStyle/>
        <a:p>
          <a:r>
            <a:rPr lang="en-US" dirty="0" smtClean="0"/>
            <a:t>Descriptive (Type)</a:t>
          </a:r>
          <a:endParaRPr lang="en-US" dirty="0"/>
        </a:p>
      </dgm:t>
    </dgm:pt>
    <dgm:pt modelId="{47BDD1A5-090F-49CA-A50E-891480AEE86C}" type="parTrans" cxnId="{EA51055A-99CA-4C3B-8AA3-343A27CB9D06}">
      <dgm:prSet/>
      <dgm:spPr/>
      <dgm:t>
        <a:bodyPr/>
        <a:lstStyle/>
        <a:p>
          <a:endParaRPr lang="en-US"/>
        </a:p>
      </dgm:t>
    </dgm:pt>
    <dgm:pt modelId="{C86FF315-C0E0-4DE7-BD52-C47CE0496C69}" type="sibTrans" cxnId="{EA51055A-99CA-4C3B-8AA3-343A27CB9D06}">
      <dgm:prSet/>
      <dgm:spPr/>
      <dgm:t>
        <a:bodyPr/>
        <a:lstStyle/>
        <a:p>
          <a:endParaRPr lang="en-US"/>
        </a:p>
      </dgm:t>
    </dgm:pt>
    <dgm:pt modelId="{A1351061-4CEF-4BEE-82D0-9A867F65983C}">
      <dgm:prSet phldrT="[Text]"/>
      <dgm:spPr/>
      <dgm:t>
        <a:bodyPr/>
        <a:lstStyle/>
        <a:p>
          <a:r>
            <a:rPr lang="en-US" dirty="0" smtClean="0"/>
            <a:t>Cause &amp; Effect (Pattern)</a:t>
          </a:r>
          <a:endParaRPr lang="en-US" dirty="0"/>
        </a:p>
      </dgm:t>
    </dgm:pt>
    <dgm:pt modelId="{AB3837D9-4E36-402D-8B62-8352B5E61FE6}" type="parTrans" cxnId="{2FA16FF8-4E81-42CE-ADCB-296FE1E59E64}">
      <dgm:prSet/>
      <dgm:spPr/>
      <dgm:t>
        <a:bodyPr/>
        <a:lstStyle/>
        <a:p>
          <a:endParaRPr lang="en-US"/>
        </a:p>
      </dgm:t>
    </dgm:pt>
    <dgm:pt modelId="{7EF0FA9A-6F2B-4ADD-9DFF-F772CC88AE05}" type="sibTrans" cxnId="{2FA16FF8-4E81-42CE-ADCB-296FE1E59E64}">
      <dgm:prSet/>
      <dgm:spPr/>
      <dgm:t>
        <a:bodyPr/>
        <a:lstStyle/>
        <a:p>
          <a:endParaRPr lang="en-US"/>
        </a:p>
      </dgm:t>
    </dgm:pt>
    <dgm:pt modelId="{06A5EE64-62B8-47D9-8715-31E80763319F}">
      <dgm:prSet phldrT="[Text]"/>
      <dgm:spPr/>
      <dgm:t>
        <a:bodyPr/>
        <a:lstStyle/>
        <a:p>
          <a:r>
            <a:rPr lang="en-US" dirty="0" smtClean="0"/>
            <a:t>Comparison &amp; Contrast </a:t>
          </a:r>
          <a:r>
            <a:rPr lang="en-US" dirty="0" smtClean="0"/>
            <a:t>(Pattern)</a:t>
          </a:r>
          <a:endParaRPr lang="en-US" dirty="0"/>
        </a:p>
      </dgm:t>
    </dgm:pt>
    <dgm:pt modelId="{AF349BB1-894F-4E8F-A4ED-4CA62946A27D}" type="parTrans" cxnId="{18560CEE-4B04-4D48-A7C8-593D134F1D38}">
      <dgm:prSet/>
      <dgm:spPr/>
      <dgm:t>
        <a:bodyPr/>
        <a:lstStyle/>
        <a:p>
          <a:endParaRPr lang="en-US"/>
        </a:p>
      </dgm:t>
    </dgm:pt>
    <dgm:pt modelId="{246B6A39-57B5-4B7B-87D2-1B54993C84C6}" type="sibTrans" cxnId="{18560CEE-4B04-4D48-A7C8-593D134F1D38}">
      <dgm:prSet/>
      <dgm:spPr/>
      <dgm:t>
        <a:bodyPr/>
        <a:lstStyle/>
        <a:p>
          <a:endParaRPr lang="en-US"/>
        </a:p>
      </dgm:t>
    </dgm:pt>
    <dgm:pt modelId="{BF9D5144-99AA-46B9-B748-B07B04A61540}">
      <dgm:prSet phldrT="[Text]"/>
      <dgm:spPr/>
      <dgm:t>
        <a:bodyPr/>
        <a:lstStyle/>
        <a:p>
          <a:r>
            <a:rPr lang="en-US" dirty="0" smtClean="0"/>
            <a:t>Narrative (Type)</a:t>
          </a:r>
          <a:endParaRPr lang="en-US" dirty="0"/>
        </a:p>
      </dgm:t>
    </dgm:pt>
    <dgm:pt modelId="{037273B4-64AC-4E38-8A8B-D09E1E61B5F8}" type="parTrans" cxnId="{5A34556D-5FCC-40D3-A7BE-CA88E98A06D8}">
      <dgm:prSet/>
      <dgm:spPr/>
      <dgm:t>
        <a:bodyPr/>
        <a:lstStyle/>
        <a:p>
          <a:endParaRPr lang="en-US"/>
        </a:p>
      </dgm:t>
    </dgm:pt>
    <dgm:pt modelId="{C8E4A1AE-A4C2-4775-8087-14A7B5359B2D}" type="sibTrans" cxnId="{5A34556D-5FCC-40D3-A7BE-CA88E98A06D8}">
      <dgm:prSet/>
      <dgm:spPr/>
      <dgm:t>
        <a:bodyPr/>
        <a:lstStyle/>
        <a:p>
          <a:endParaRPr lang="en-US"/>
        </a:p>
      </dgm:t>
    </dgm:pt>
    <dgm:pt modelId="{129A0440-5D71-4658-97A8-C83B93D4454B}">
      <dgm:prSet phldrT="[Text]"/>
      <dgm:spPr/>
      <dgm:t>
        <a:bodyPr/>
        <a:lstStyle/>
        <a:p>
          <a:r>
            <a:rPr lang="en-US" dirty="0" smtClean="0"/>
            <a:t>Cause &amp; Effect </a:t>
          </a:r>
          <a:r>
            <a:rPr lang="en-US" dirty="0" smtClean="0"/>
            <a:t>(Pattern)</a:t>
          </a:r>
          <a:endParaRPr lang="en-US" dirty="0"/>
        </a:p>
      </dgm:t>
    </dgm:pt>
    <dgm:pt modelId="{F1FFE874-9039-4B23-B796-531F15BD2033}" type="parTrans" cxnId="{4D59B1AE-1FE2-4A64-ACD9-90E1FBEE6CB6}">
      <dgm:prSet/>
      <dgm:spPr/>
      <dgm:t>
        <a:bodyPr/>
        <a:lstStyle/>
        <a:p>
          <a:endParaRPr lang="en-US"/>
        </a:p>
      </dgm:t>
    </dgm:pt>
    <dgm:pt modelId="{22E4004F-CC4F-44EB-85F5-013AD9A78E31}" type="sibTrans" cxnId="{4D59B1AE-1FE2-4A64-ACD9-90E1FBEE6CB6}">
      <dgm:prSet/>
      <dgm:spPr/>
      <dgm:t>
        <a:bodyPr/>
        <a:lstStyle/>
        <a:p>
          <a:endParaRPr lang="en-US"/>
        </a:p>
      </dgm:t>
    </dgm:pt>
    <dgm:pt modelId="{90C6496A-DAAD-4282-BEA3-4891EFC7C53B}">
      <dgm:prSet/>
      <dgm:spPr/>
      <dgm:t>
        <a:bodyPr/>
        <a:lstStyle/>
        <a:p>
          <a:endParaRPr lang="en-US"/>
        </a:p>
      </dgm:t>
    </dgm:pt>
    <dgm:pt modelId="{CFE6F5D7-AF2B-47BE-877E-88B57DFA011A}" type="parTrans" cxnId="{1356D49A-FE3C-4C9D-88A1-393F36FED813}">
      <dgm:prSet/>
      <dgm:spPr/>
      <dgm:t>
        <a:bodyPr/>
        <a:lstStyle/>
        <a:p>
          <a:endParaRPr lang="en-US"/>
        </a:p>
      </dgm:t>
    </dgm:pt>
    <dgm:pt modelId="{F96659D3-DDC8-4186-AAF7-6378A3A03A3F}" type="sibTrans" cxnId="{1356D49A-FE3C-4C9D-88A1-393F36FED813}">
      <dgm:prSet/>
      <dgm:spPr/>
      <dgm:t>
        <a:bodyPr/>
        <a:lstStyle/>
        <a:p>
          <a:endParaRPr lang="en-US"/>
        </a:p>
      </dgm:t>
    </dgm:pt>
    <dgm:pt modelId="{53206AD7-D915-4F6A-A172-0C255A7ED9A8}">
      <dgm:prSet phldrT="[Text]"/>
      <dgm:spPr/>
      <dgm:t>
        <a:bodyPr/>
        <a:lstStyle/>
        <a:p>
          <a:r>
            <a:rPr lang="en-US" dirty="0" smtClean="0"/>
            <a:t>Comparison &amp; Contrast </a:t>
          </a:r>
          <a:r>
            <a:rPr lang="en-US" dirty="0" smtClean="0"/>
            <a:t>(Pattern)</a:t>
          </a:r>
          <a:endParaRPr lang="en-US" dirty="0"/>
        </a:p>
      </dgm:t>
    </dgm:pt>
    <dgm:pt modelId="{1AB0C2CF-529F-43CE-BAF6-02988EB3299E}" type="parTrans" cxnId="{96945900-06EC-4E95-8CBB-BC78E717057D}">
      <dgm:prSet/>
      <dgm:spPr/>
      <dgm:t>
        <a:bodyPr/>
        <a:lstStyle/>
        <a:p>
          <a:endParaRPr lang="en-US"/>
        </a:p>
      </dgm:t>
    </dgm:pt>
    <dgm:pt modelId="{E364C519-2A4A-4A21-B534-5880F33831A9}" type="sibTrans" cxnId="{96945900-06EC-4E95-8CBB-BC78E717057D}">
      <dgm:prSet/>
      <dgm:spPr/>
      <dgm:t>
        <a:bodyPr/>
        <a:lstStyle/>
        <a:p>
          <a:endParaRPr lang="en-US"/>
        </a:p>
      </dgm:t>
    </dgm:pt>
    <dgm:pt modelId="{9B3CF6FC-3252-4442-A268-50ADB7109E3B}" type="pres">
      <dgm:prSet presAssocID="{96E8F65A-E85C-4B93-930A-26CF86E771A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24FD40-703E-4A5F-8F7A-EBD66976D102}" type="pres">
      <dgm:prSet presAssocID="{CFB1CC12-C5D3-49C8-9D52-7F93C1BB98CC}" presName="hierRoot1" presStyleCnt="0"/>
      <dgm:spPr/>
    </dgm:pt>
    <dgm:pt modelId="{E0F004BC-E81D-4B18-AD90-22CE4BA78725}" type="pres">
      <dgm:prSet presAssocID="{CFB1CC12-C5D3-49C8-9D52-7F93C1BB98CC}" presName="composite" presStyleCnt="0"/>
      <dgm:spPr/>
    </dgm:pt>
    <dgm:pt modelId="{7C806D33-629E-43E5-8CA7-57A327EED02F}" type="pres">
      <dgm:prSet presAssocID="{CFB1CC12-C5D3-49C8-9D52-7F93C1BB98CC}" presName="image" presStyleLbl="node0" presStyleIdx="0" presStyleCnt="2"/>
      <dgm:spPr/>
    </dgm:pt>
    <dgm:pt modelId="{9957F848-0C39-44D4-9E28-FF16CF3CA012}" type="pres">
      <dgm:prSet presAssocID="{CFB1CC12-C5D3-49C8-9D52-7F93C1BB98CC}" presName="text" presStyleLbl="revTx" presStyleIdx="0" presStyleCnt="8" custScaleX="114705" custLinFactNeighborX="9333" custLinFactNeighborY="14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85AFC9D-2CE0-41A0-B986-B8DCD676F8FD}" type="pres">
      <dgm:prSet presAssocID="{CFB1CC12-C5D3-49C8-9D52-7F93C1BB98CC}" presName="hierChild2" presStyleCnt="0"/>
      <dgm:spPr/>
    </dgm:pt>
    <dgm:pt modelId="{19EE8DBE-667C-4328-BEC2-C94D9849BD00}" type="pres">
      <dgm:prSet presAssocID="{47BDD1A5-090F-49CA-A50E-891480AEE86C}" presName="Name10" presStyleLbl="parChTrans1D2" presStyleIdx="0" presStyleCnt="2"/>
      <dgm:spPr/>
    </dgm:pt>
    <dgm:pt modelId="{288F77D7-FA28-4D86-B701-704FBE018A95}" type="pres">
      <dgm:prSet presAssocID="{3B14BF86-9182-478F-9A5F-47F4E69469CC}" presName="hierRoot2" presStyleCnt="0"/>
      <dgm:spPr/>
    </dgm:pt>
    <dgm:pt modelId="{D8C48870-8CCE-4ADE-933B-A44E31F3DCFB}" type="pres">
      <dgm:prSet presAssocID="{3B14BF86-9182-478F-9A5F-47F4E69469CC}" presName="composite2" presStyleCnt="0"/>
      <dgm:spPr/>
    </dgm:pt>
    <dgm:pt modelId="{D234F9A4-1D5C-4D30-AE91-4920F98C41FF}" type="pres">
      <dgm:prSet presAssocID="{3B14BF86-9182-478F-9A5F-47F4E69469CC}" presName="image2" presStyleLbl="node2" presStyleIdx="0" presStyleCnt="2"/>
      <dgm:spPr/>
    </dgm:pt>
    <dgm:pt modelId="{94A14457-5979-4114-8375-2661A1A61CF2}" type="pres">
      <dgm:prSet presAssocID="{3B14BF86-9182-478F-9A5F-47F4E69469CC}" presName="text2" presStyleLbl="revTx" presStyleIdx="1" presStyleCnt="8">
        <dgm:presLayoutVars>
          <dgm:chPref val="3"/>
        </dgm:presLayoutVars>
      </dgm:prSet>
      <dgm:spPr/>
    </dgm:pt>
    <dgm:pt modelId="{DAAFC0E7-8CA0-42EE-B198-07EEA4014C40}" type="pres">
      <dgm:prSet presAssocID="{3B14BF86-9182-478F-9A5F-47F4E69469CC}" presName="hierChild3" presStyleCnt="0"/>
      <dgm:spPr/>
    </dgm:pt>
    <dgm:pt modelId="{9498FF4B-B39F-4E60-9E46-7C7486CF8290}" type="pres">
      <dgm:prSet presAssocID="{AB3837D9-4E36-402D-8B62-8352B5E61FE6}" presName="Name17" presStyleLbl="parChTrans1D3" presStyleIdx="0" presStyleCnt="4"/>
      <dgm:spPr/>
    </dgm:pt>
    <dgm:pt modelId="{8545DBA7-931C-4F2B-BE01-4BFC491A72CC}" type="pres">
      <dgm:prSet presAssocID="{A1351061-4CEF-4BEE-82D0-9A867F65983C}" presName="hierRoot3" presStyleCnt="0"/>
      <dgm:spPr/>
    </dgm:pt>
    <dgm:pt modelId="{280708D8-AA1C-496D-86C7-918FF761E301}" type="pres">
      <dgm:prSet presAssocID="{A1351061-4CEF-4BEE-82D0-9A867F65983C}" presName="composite3" presStyleCnt="0"/>
      <dgm:spPr/>
    </dgm:pt>
    <dgm:pt modelId="{3DA6B94D-DD61-4B2C-BC5D-7F12119574BC}" type="pres">
      <dgm:prSet presAssocID="{A1351061-4CEF-4BEE-82D0-9A867F65983C}" presName="image3" presStyleLbl="node3" presStyleIdx="0" presStyleCnt="4"/>
      <dgm:spPr/>
    </dgm:pt>
    <dgm:pt modelId="{8552B04B-6DE9-4958-9239-0818A4EEE646}" type="pres">
      <dgm:prSet presAssocID="{A1351061-4CEF-4BEE-82D0-9A867F65983C}" presName="text3" presStyleLbl="revTx" presStyleIdx="2" presStyleCnt="8">
        <dgm:presLayoutVars>
          <dgm:chPref val="3"/>
        </dgm:presLayoutVars>
      </dgm:prSet>
      <dgm:spPr/>
    </dgm:pt>
    <dgm:pt modelId="{011CB271-93DA-44FB-BE97-042233FC54A5}" type="pres">
      <dgm:prSet presAssocID="{A1351061-4CEF-4BEE-82D0-9A867F65983C}" presName="hierChild4" presStyleCnt="0"/>
      <dgm:spPr/>
    </dgm:pt>
    <dgm:pt modelId="{5510C8AB-4EAB-4E2F-9827-6156C4677760}" type="pres">
      <dgm:prSet presAssocID="{AF349BB1-894F-4E8F-A4ED-4CA62946A27D}" presName="Name17" presStyleLbl="parChTrans1D3" presStyleIdx="1" presStyleCnt="4"/>
      <dgm:spPr/>
    </dgm:pt>
    <dgm:pt modelId="{F53B2FD5-FA96-4498-B48D-2B544864ECD4}" type="pres">
      <dgm:prSet presAssocID="{06A5EE64-62B8-47D9-8715-31E80763319F}" presName="hierRoot3" presStyleCnt="0"/>
      <dgm:spPr/>
    </dgm:pt>
    <dgm:pt modelId="{BB191C67-3BBB-4170-9ABD-B25F174800A0}" type="pres">
      <dgm:prSet presAssocID="{06A5EE64-62B8-47D9-8715-31E80763319F}" presName="composite3" presStyleCnt="0"/>
      <dgm:spPr/>
    </dgm:pt>
    <dgm:pt modelId="{57C3B61D-F0EB-4C9C-B331-1A00A3E4FE67}" type="pres">
      <dgm:prSet presAssocID="{06A5EE64-62B8-47D9-8715-31E80763319F}" presName="image3" presStyleLbl="node3" presStyleIdx="1" presStyleCnt="4"/>
      <dgm:spPr/>
    </dgm:pt>
    <dgm:pt modelId="{327BE224-9012-46E3-9F9F-5DA493C008B8}" type="pres">
      <dgm:prSet presAssocID="{06A5EE64-62B8-47D9-8715-31E80763319F}" presName="text3" presStyleLbl="revTx" presStyleIdx="3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7CF1E16-14B0-4A1F-AF2E-6DAC0AA01BED}" type="pres">
      <dgm:prSet presAssocID="{06A5EE64-62B8-47D9-8715-31E80763319F}" presName="hierChild4" presStyleCnt="0"/>
      <dgm:spPr/>
    </dgm:pt>
    <dgm:pt modelId="{2B552998-8A85-46FC-9AD7-074F6F668F9E}" type="pres">
      <dgm:prSet presAssocID="{037273B4-64AC-4E38-8A8B-D09E1E61B5F8}" presName="Name10" presStyleLbl="parChTrans1D2" presStyleIdx="1" presStyleCnt="2"/>
      <dgm:spPr/>
    </dgm:pt>
    <dgm:pt modelId="{5436B5A5-6215-4F1E-AEF1-2C565254469C}" type="pres">
      <dgm:prSet presAssocID="{BF9D5144-99AA-46B9-B748-B07B04A61540}" presName="hierRoot2" presStyleCnt="0"/>
      <dgm:spPr/>
    </dgm:pt>
    <dgm:pt modelId="{E1430060-F0D3-44DF-AE50-B509B43C6FDF}" type="pres">
      <dgm:prSet presAssocID="{BF9D5144-99AA-46B9-B748-B07B04A61540}" presName="composite2" presStyleCnt="0"/>
      <dgm:spPr/>
    </dgm:pt>
    <dgm:pt modelId="{C25F7121-68D2-46CB-BF66-4722175216F9}" type="pres">
      <dgm:prSet presAssocID="{BF9D5144-99AA-46B9-B748-B07B04A61540}" presName="image2" presStyleLbl="node2" presStyleIdx="1" presStyleCnt="2"/>
      <dgm:spPr/>
    </dgm:pt>
    <dgm:pt modelId="{9655CF89-E68F-4B15-8E52-A77FAC9E0634}" type="pres">
      <dgm:prSet presAssocID="{BF9D5144-99AA-46B9-B748-B07B04A61540}" presName="text2" presStyleLbl="revTx" presStyleIdx="4" presStyleCnt="8">
        <dgm:presLayoutVars>
          <dgm:chPref val="3"/>
        </dgm:presLayoutVars>
      </dgm:prSet>
      <dgm:spPr/>
    </dgm:pt>
    <dgm:pt modelId="{73BE7FE6-85E7-4A24-8CEF-0EC88EC20AE2}" type="pres">
      <dgm:prSet presAssocID="{BF9D5144-99AA-46B9-B748-B07B04A61540}" presName="hierChild3" presStyleCnt="0"/>
      <dgm:spPr/>
    </dgm:pt>
    <dgm:pt modelId="{51DD39EB-9D05-402D-9CA4-258180CE1366}" type="pres">
      <dgm:prSet presAssocID="{F1FFE874-9039-4B23-B796-531F15BD2033}" presName="Name17" presStyleLbl="parChTrans1D3" presStyleIdx="2" presStyleCnt="4"/>
      <dgm:spPr/>
    </dgm:pt>
    <dgm:pt modelId="{A91B8DF7-4855-45BC-9D52-F3AEC4960876}" type="pres">
      <dgm:prSet presAssocID="{129A0440-5D71-4658-97A8-C83B93D4454B}" presName="hierRoot3" presStyleCnt="0"/>
      <dgm:spPr/>
    </dgm:pt>
    <dgm:pt modelId="{1C8ACC88-7E2B-4228-A2DA-59AF314315C3}" type="pres">
      <dgm:prSet presAssocID="{129A0440-5D71-4658-97A8-C83B93D4454B}" presName="composite3" presStyleCnt="0"/>
      <dgm:spPr/>
    </dgm:pt>
    <dgm:pt modelId="{9DCE2AD0-AC70-4CCB-AFF7-6B12DBD18C00}" type="pres">
      <dgm:prSet presAssocID="{129A0440-5D71-4658-97A8-C83B93D4454B}" presName="image3" presStyleLbl="node3" presStyleIdx="2" presStyleCnt="4"/>
      <dgm:spPr/>
    </dgm:pt>
    <dgm:pt modelId="{9967225F-D8E6-4444-8A21-F8807058F68B}" type="pres">
      <dgm:prSet presAssocID="{129A0440-5D71-4658-97A8-C83B93D4454B}" presName="text3" presStyleLbl="revTx" presStyleIdx="5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153B4C8-8AD4-4669-A335-03E3E8339FD9}" type="pres">
      <dgm:prSet presAssocID="{129A0440-5D71-4658-97A8-C83B93D4454B}" presName="hierChild4" presStyleCnt="0"/>
      <dgm:spPr/>
    </dgm:pt>
    <dgm:pt modelId="{857CEF77-8102-4D07-A47D-42EC6BEC8734}" type="pres">
      <dgm:prSet presAssocID="{CFE6F5D7-AF2B-47BE-877E-88B57DFA011A}" presName="Name17" presStyleLbl="parChTrans1D3" presStyleIdx="3" presStyleCnt="4"/>
      <dgm:spPr/>
    </dgm:pt>
    <dgm:pt modelId="{AA7A8BD5-EA93-47C2-BAE7-B6F7F72F43A5}" type="pres">
      <dgm:prSet presAssocID="{90C6496A-DAAD-4282-BEA3-4891EFC7C53B}" presName="hierRoot3" presStyleCnt="0"/>
      <dgm:spPr/>
    </dgm:pt>
    <dgm:pt modelId="{5EDD1DB8-585C-4A65-9B1C-BD36A9B5410F}" type="pres">
      <dgm:prSet presAssocID="{90C6496A-DAAD-4282-BEA3-4891EFC7C53B}" presName="composite3" presStyleCnt="0"/>
      <dgm:spPr/>
    </dgm:pt>
    <dgm:pt modelId="{48E87A15-206D-4CC2-B8D5-46B0A972359A}" type="pres">
      <dgm:prSet presAssocID="{90C6496A-DAAD-4282-BEA3-4891EFC7C53B}" presName="image3" presStyleLbl="node3" presStyleIdx="3" presStyleCnt="4"/>
      <dgm:spPr/>
    </dgm:pt>
    <dgm:pt modelId="{3154C282-71B1-49CA-B1B9-843C87F7F231}" type="pres">
      <dgm:prSet presAssocID="{90C6496A-DAAD-4282-BEA3-4891EFC7C53B}" presName="text3" presStyleLbl="revTx" presStyleIdx="6" presStyleCnt="8">
        <dgm:presLayoutVars>
          <dgm:chPref val="3"/>
        </dgm:presLayoutVars>
      </dgm:prSet>
      <dgm:spPr/>
    </dgm:pt>
    <dgm:pt modelId="{DAEE20DA-9526-4403-ACAB-E35877ECE420}" type="pres">
      <dgm:prSet presAssocID="{90C6496A-DAAD-4282-BEA3-4891EFC7C53B}" presName="hierChild4" presStyleCnt="0"/>
      <dgm:spPr/>
    </dgm:pt>
    <dgm:pt modelId="{B89AF487-244B-4346-A6EB-233C1DCDBE3A}" type="pres">
      <dgm:prSet presAssocID="{53206AD7-D915-4F6A-A172-0C255A7ED9A8}" presName="hierRoot1" presStyleCnt="0"/>
      <dgm:spPr/>
    </dgm:pt>
    <dgm:pt modelId="{4366134A-E683-4C64-9D7D-4FD1B540F260}" type="pres">
      <dgm:prSet presAssocID="{53206AD7-D915-4F6A-A172-0C255A7ED9A8}" presName="composite" presStyleCnt="0"/>
      <dgm:spPr/>
    </dgm:pt>
    <dgm:pt modelId="{D4F6685B-001F-4647-B199-994B751DF7E8}" type="pres">
      <dgm:prSet presAssocID="{53206AD7-D915-4F6A-A172-0C255A7ED9A8}" presName="image" presStyleLbl="node0" presStyleIdx="1" presStyleCnt="2" custLinFactX="31106" custLinFactY="100000" custLinFactNeighborX="100000" custLinFactNeighborY="163123"/>
      <dgm:spPr/>
    </dgm:pt>
    <dgm:pt modelId="{C58FFE98-24B5-4042-9B3F-598371C69098}" type="pres">
      <dgm:prSet presAssocID="{53206AD7-D915-4F6A-A172-0C255A7ED9A8}" presName="text" presStyleLbl="revTx" presStyleIdx="7" presStyleCnt="8" custLinFactY="100000" custLinFactNeighborX="91877" custLinFactNeighborY="16452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EA694C-07F7-4EA9-835A-F22B66FF165A}" type="pres">
      <dgm:prSet presAssocID="{53206AD7-D915-4F6A-A172-0C255A7ED9A8}" presName="hierChild2" presStyleCnt="0"/>
      <dgm:spPr/>
    </dgm:pt>
  </dgm:ptLst>
  <dgm:cxnLst>
    <dgm:cxn modelId="{4D59B1AE-1FE2-4A64-ACD9-90E1FBEE6CB6}" srcId="{BF9D5144-99AA-46B9-B748-B07B04A61540}" destId="{129A0440-5D71-4658-97A8-C83B93D4454B}" srcOrd="0" destOrd="0" parTransId="{F1FFE874-9039-4B23-B796-531F15BD2033}" sibTransId="{22E4004F-CC4F-44EB-85F5-013AD9A78E31}"/>
    <dgm:cxn modelId="{93C192A3-9A8B-4E29-AAAB-0540F753FC09}" type="presOf" srcId="{F1FFE874-9039-4B23-B796-531F15BD2033}" destId="{51DD39EB-9D05-402D-9CA4-258180CE1366}" srcOrd="0" destOrd="0" presId="urn:microsoft.com/office/officeart/2009/layout/CirclePictureHierarchy"/>
    <dgm:cxn modelId="{B358E341-45D2-4277-9E7A-5C4FB245B064}" type="presOf" srcId="{CFB1CC12-C5D3-49C8-9D52-7F93C1BB98CC}" destId="{9957F848-0C39-44D4-9E28-FF16CF3CA012}" srcOrd="0" destOrd="0" presId="urn:microsoft.com/office/officeart/2009/layout/CirclePictureHierarchy"/>
    <dgm:cxn modelId="{F69CA2A4-F6E3-48B5-A618-0E6CF3D8D125}" type="presOf" srcId="{037273B4-64AC-4E38-8A8B-D09E1E61B5F8}" destId="{2B552998-8A85-46FC-9AD7-074F6F668F9E}" srcOrd="0" destOrd="0" presId="urn:microsoft.com/office/officeart/2009/layout/CirclePictureHierarchy"/>
    <dgm:cxn modelId="{1C7048D1-8E5F-47F5-AD49-AA98B526C8E9}" type="presOf" srcId="{129A0440-5D71-4658-97A8-C83B93D4454B}" destId="{9967225F-D8E6-4444-8A21-F8807058F68B}" srcOrd="0" destOrd="0" presId="urn:microsoft.com/office/officeart/2009/layout/CirclePictureHierarchy"/>
    <dgm:cxn modelId="{8CFA2397-1B32-4C8D-8FF7-E83E1EAFBCBD}" type="presOf" srcId="{96E8F65A-E85C-4B93-930A-26CF86E771A1}" destId="{9B3CF6FC-3252-4442-A268-50ADB7109E3B}" srcOrd="0" destOrd="0" presId="urn:microsoft.com/office/officeart/2009/layout/CirclePictureHierarchy"/>
    <dgm:cxn modelId="{8E0A6E57-07A1-4B81-90E9-4E810F403BD1}" type="presOf" srcId="{47BDD1A5-090F-49CA-A50E-891480AEE86C}" destId="{19EE8DBE-667C-4328-BEC2-C94D9849BD00}" srcOrd="0" destOrd="0" presId="urn:microsoft.com/office/officeart/2009/layout/CirclePictureHierarchy"/>
    <dgm:cxn modelId="{F448F9EA-751C-43B9-8069-B8D810FBEB62}" type="presOf" srcId="{3B14BF86-9182-478F-9A5F-47F4E69469CC}" destId="{94A14457-5979-4114-8375-2661A1A61CF2}" srcOrd="0" destOrd="0" presId="urn:microsoft.com/office/officeart/2009/layout/CirclePictureHierarchy"/>
    <dgm:cxn modelId="{1356D49A-FE3C-4C9D-88A1-393F36FED813}" srcId="{BF9D5144-99AA-46B9-B748-B07B04A61540}" destId="{90C6496A-DAAD-4282-BEA3-4891EFC7C53B}" srcOrd="1" destOrd="0" parTransId="{CFE6F5D7-AF2B-47BE-877E-88B57DFA011A}" sibTransId="{F96659D3-DDC8-4186-AAF7-6378A3A03A3F}"/>
    <dgm:cxn modelId="{EA51055A-99CA-4C3B-8AA3-343A27CB9D06}" srcId="{CFB1CC12-C5D3-49C8-9D52-7F93C1BB98CC}" destId="{3B14BF86-9182-478F-9A5F-47F4E69469CC}" srcOrd="0" destOrd="0" parTransId="{47BDD1A5-090F-49CA-A50E-891480AEE86C}" sibTransId="{C86FF315-C0E0-4DE7-BD52-C47CE0496C69}"/>
    <dgm:cxn modelId="{C90674FC-3DD1-48D3-9DFD-36A41A5484EF}" srcId="{96E8F65A-E85C-4B93-930A-26CF86E771A1}" destId="{CFB1CC12-C5D3-49C8-9D52-7F93C1BB98CC}" srcOrd="0" destOrd="0" parTransId="{5C3E38B7-CAD6-4319-8B07-E2CCB568C784}" sibTransId="{81BD7F90-7C47-4DF1-BC4D-830201C18925}"/>
    <dgm:cxn modelId="{2FA16FF8-4E81-42CE-ADCB-296FE1E59E64}" srcId="{3B14BF86-9182-478F-9A5F-47F4E69469CC}" destId="{A1351061-4CEF-4BEE-82D0-9A867F65983C}" srcOrd="0" destOrd="0" parTransId="{AB3837D9-4E36-402D-8B62-8352B5E61FE6}" sibTransId="{7EF0FA9A-6F2B-4ADD-9DFF-F772CC88AE05}"/>
    <dgm:cxn modelId="{83C0EECB-B2B2-4017-8531-424EA3F1A4A5}" type="presOf" srcId="{53206AD7-D915-4F6A-A172-0C255A7ED9A8}" destId="{C58FFE98-24B5-4042-9B3F-598371C69098}" srcOrd="0" destOrd="0" presId="urn:microsoft.com/office/officeart/2009/layout/CirclePictureHierarchy"/>
    <dgm:cxn modelId="{96945900-06EC-4E95-8CBB-BC78E717057D}" srcId="{96E8F65A-E85C-4B93-930A-26CF86E771A1}" destId="{53206AD7-D915-4F6A-A172-0C255A7ED9A8}" srcOrd="1" destOrd="0" parTransId="{1AB0C2CF-529F-43CE-BAF6-02988EB3299E}" sibTransId="{E364C519-2A4A-4A21-B534-5880F33831A9}"/>
    <dgm:cxn modelId="{87B8AA63-0CCB-4ABD-9293-0CCC8861141C}" type="presOf" srcId="{A1351061-4CEF-4BEE-82D0-9A867F65983C}" destId="{8552B04B-6DE9-4958-9239-0818A4EEE646}" srcOrd="0" destOrd="0" presId="urn:microsoft.com/office/officeart/2009/layout/CirclePictureHierarchy"/>
    <dgm:cxn modelId="{18560CEE-4B04-4D48-A7C8-593D134F1D38}" srcId="{3B14BF86-9182-478F-9A5F-47F4E69469CC}" destId="{06A5EE64-62B8-47D9-8715-31E80763319F}" srcOrd="1" destOrd="0" parTransId="{AF349BB1-894F-4E8F-A4ED-4CA62946A27D}" sibTransId="{246B6A39-57B5-4B7B-87D2-1B54993C84C6}"/>
    <dgm:cxn modelId="{458E4510-6693-4B74-A03C-2D8770E0A816}" type="presOf" srcId="{BF9D5144-99AA-46B9-B748-B07B04A61540}" destId="{9655CF89-E68F-4B15-8E52-A77FAC9E0634}" srcOrd="0" destOrd="0" presId="urn:microsoft.com/office/officeart/2009/layout/CirclePictureHierarchy"/>
    <dgm:cxn modelId="{1B2C8639-9C45-4EED-A919-60B6856EBF1C}" type="presOf" srcId="{AB3837D9-4E36-402D-8B62-8352B5E61FE6}" destId="{9498FF4B-B39F-4E60-9E46-7C7486CF8290}" srcOrd="0" destOrd="0" presId="urn:microsoft.com/office/officeart/2009/layout/CirclePictureHierarchy"/>
    <dgm:cxn modelId="{06840AE0-40F4-4818-A169-4B42272D26A4}" type="presOf" srcId="{CFE6F5D7-AF2B-47BE-877E-88B57DFA011A}" destId="{857CEF77-8102-4D07-A47D-42EC6BEC8734}" srcOrd="0" destOrd="0" presId="urn:microsoft.com/office/officeart/2009/layout/CirclePictureHierarchy"/>
    <dgm:cxn modelId="{5A34556D-5FCC-40D3-A7BE-CA88E98A06D8}" srcId="{CFB1CC12-C5D3-49C8-9D52-7F93C1BB98CC}" destId="{BF9D5144-99AA-46B9-B748-B07B04A61540}" srcOrd="1" destOrd="0" parTransId="{037273B4-64AC-4E38-8A8B-D09E1E61B5F8}" sibTransId="{C8E4A1AE-A4C2-4775-8087-14A7B5359B2D}"/>
    <dgm:cxn modelId="{EA799307-4A04-45A9-9037-831D2BC2157C}" type="presOf" srcId="{AF349BB1-894F-4E8F-A4ED-4CA62946A27D}" destId="{5510C8AB-4EAB-4E2F-9827-6156C4677760}" srcOrd="0" destOrd="0" presId="urn:microsoft.com/office/officeart/2009/layout/CirclePictureHierarchy"/>
    <dgm:cxn modelId="{3291CA34-4F62-417E-8E16-F00EE76908F9}" type="presOf" srcId="{90C6496A-DAAD-4282-BEA3-4891EFC7C53B}" destId="{3154C282-71B1-49CA-B1B9-843C87F7F231}" srcOrd="0" destOrd="0" presId="urn:microsoft.com/office/officeart/2009/layout/CirclePictureHierarchy"/>
    <dgm:cxn modelId="{18E52733-9292-4EF2-A230-EC3D87D27003}" type="presOf" srcId="{06A5EE64-62B8-47D9-8715-31E80763319F}" destId="{327BE224-9012-46E3-9F9F-5DA493C008B8}" srcOrd="0" destOrd="0" presId="urn:microsoft.com/office/officeart/2009/layout/CirclePictureHierarchy"/>
    <dgm:cxn modelId="{5EB92E74-B7F3-49EE-8249-5F4738259149}" type="presParOf" srcId="{9B3CF6FC-3252-4442-A268-50ADB7109E3B}" destId="{F224FD40-703E-4A5F-8F7A-EBD66976D102}" srcOrd="0" destOrd="0" presId="urn:microsoft.com/office/officeart/2009/layout/CirclePictureHierarchy"/>
    <dgm:cxn modelId="{863219A9-2033-4AED-987A-23F3244959D2}" type="presParOf" srcId="{F224FD40-703E-4A5F-8F7A-EBD66976D102}" destId="{E0F004BC-E81D-4B18-AD90-22CE4BA78725}" srcOrd="0" destOrd="0" presId="urn:microsoft.com/office/officeart/2009/layout/CirclePictureHierarchy"/>
    <dgm:cxn modelId="{57F34619-D098-4A03-B525-C03E9218895A}" type="presParOf" srcId="{E0F004BC-E81D-4B18-AD90-22CE4BA78725}" destId="{7C806D33-629E-43E5-8CA7-57A327EED02F}" srcOrd="0" destOrd="0" presId="urn:microsoft.com/office/officeart/2009/layout/CirclePictureHierarchy"/>
    <dgm:cxn modelId="{1947BAFC-E7F8-4319-A1CC-D0DFB33DF1AA}" type="presParOf" srcId="{E0F004BC-E81D-4B18-AD90-22CE4BA78725}" destId="{9957F848-0C39-44D4-9E28-FF16CF3CA012}" srcOrd="1" destOrd="0" presId="urn:microsoft.com/office/officeart/2009/layout/CirclePictureHierarchy"/>
    <dgm:cxn modelId="{138B5516-96E1-4A28-A0D8-100565BF4719}" type="presParOf" srcId="{F224FD40-703E-4A5F-8F7A-EBD66976D102}" destId="{A85AFC9D-2CE0-41A0-B986-B8DCD676F8FD}" srcOrd="1" destOrd="0" presId="urn:microsoft.com/office/officeart/2009/layout/CirclePictureHierarchy"/>
    <dgm:cxn modelId="{A487191D-F7C5-44AD-AE05-05FA3AA5A911}" type="presParOf" srcId="{A85AFC9D-2CE0-41A0-B986-B8DCD676F8FD}" destId="{19EE8DBE-667C-4328-BEC2-C94D9849BD00}" srcOrd="0" destOrd="0" presId="urn:microsoft.com/office/officeart/2009/layout/CirclePictureHierarchy"/>
    <dgm:cxn modelId="{3F183018-4C2F-44A3-9B76-08F6537516DA}" type="presParOf" srcId="{A85AFC9D-2CE0-41A0-B986-B8DCD676F8FD}" destId="{288F77D7-FA28-4D86-B701-704FBE018A95}" srcOrd="1" destOrd="0" presId="urn:microsoft.com/office/officeart/2009/layout/CirclePictureHierarchy"/>
    <dgm:cxn modelId="{703B73D7-D729-4B8B-98E1-5284BCCC65E9}" type="presParOf" srcId="{288F77D7-FA28-4D86-B701-704FBE018A95}" destId="{D8C48870-8CCE-4ADE-933B-A44E31F3DCFB}" srcOrd="0" destOrd="0" presId="urn:microsoft.com/office/officeart/2009/layout/CirclePictureHierarchy"/>
    <dgm:cxn modelId="{1EFA72BE-293D-4DF2-9CCF-6A7F1DB5BDF5}" type="presParOf" srcId="{D8C48870-8CCE-4ADE-933B-A44E31F3DCFB}" destId="{D234F9A4-1D5C-4D30-AE91-4920F98C41FF}" srcOrd="0" destOrd="0" presId="urn:microsoft.com/office/officeart/2009/layout/CirclePictureHierarchy"/>
    <dgm:cxn modelId="{E9E797DF-9102-4449-8F27-800946F82F90}" type="presParOf" srcId="{D8C48870-8CCE-4ADE-933B-A44E31F3DCFB}" destId="{94A14457-5979-4114-8375-2661A1A61CF2}" srcOrd="1" destOrd="0" presId="urn:microsoft.com/office/officeart/2009/layout/CirclePictureHierarchy"/>
    <dgm:cxn modelId="{F98A6E29-C17D-42F4-BDC5-E7125F51AE71}" type="presParOf" srcId="{288F77D7-FA28-4D86-B701-704FBE018A95}" destId="{DAAFC0E7-8CA0-42EE-B198-07EEA4014C40}" srcOrd="1" destOrd="0" presId="urn:microsoft.com/office/officeart/2009/layout/CirclePictureHierarchy"/>
    <dgm:cxn modelId="{29C284AB-1426-47FA-B02B-8CC00CC89516}" type="presParOf" srcId="{DAAFC0E7-8CA0-42EE-B198-07EEA4014C40}" destId="{9498FF4B-B39F-4E60-9E46-7C7486CF8290}" srcOrd="0" destOrd="0" presId="urn:microsoft.com/office/officeart/2009/layout/CirclePictureHierarchy"/>
    <dgm:cxn modelId="{37020167-08F4-47D6-A6B8-38CC93A19652}" type="presParOf" srcId="{DAAFC0E7-8CA0-42EE-B198-07EEA4014C40}" destId="{8545DBA7-931C-4F2B-BE01-4BFC491A72CC}" srcOrd="1" destOrd="0" presId="urn:microsoft.com/office/officeart/2009/layout/CirclePictureHierarchy"/>
    <dgm:cxn modelId="{32D6C68D-71F4-4E06-A961-103A1B3C6C6A}" type="presParOf" srcId="{8545DBA7-931C-4F2B-BE01-4BFC491A72CC}" destId="{280708D8-AA1C-496D-86C7-918FF761E301}" srcOrd="0" destOrd="0" presId="urn:microsoft.com/office/officeart/2009/layout/CirclePictureHierarchy"/>
    <dgm:cxn modelId="{9F6E42CB-74DE-44BC-B09F-1F106D9D6FFD}" type="presParOf" srcId="{280708D8-AA1C-496D-86C7-918FF761E301}" destId="{3DA6B94D-DD61-4B2C-BC5D-7F12119574BC}" srcOrd="0" destOrd="0" presId="urn:microsoft.com/office/officeart/2009/layout/CirclePictureHierarchy"/>
    <dgm:cxn modelId="{8F8FA560-3A40-42A7-96D1-2D651977AB9F}" type="presParOf" srcId="{280708D8-AA1C-496D-86C7-918FF761E301}" destId="{8552B04B-6DE9-4958-9239-0818A4EEE646}" srcOrd="1" destOrd="0" presId="urn:microsoft.com/office/officeart/2009/layout/CirclePictureHierarchy"/>
    <dgm:cxn modelId="{867B7827-C553-400E-974A-71889FD9EDB0}" type="presParOf" srcId="{8545DBA7-931C-4F2B-BE01-4BFC491A72CC}" destId="{011CB271-93DA-44FB-BE97-042233FC54A5}" srcOrd="1" destOrd="0" presId="urn:microsoft.com/office/officeart/2009/layout/CirclePictureHierarchy"/>
    <dgm:cxn modelId="{1E2739B7-F869-4278-AA07-E996211A6C20}" type="presParOf" srcId="{DAAFC0E7-8CA0-42EE-B198-07EEA4014C40}" destId="{5510C8AB-4EAB-4E2F-9827-6156C4677760}" srcOrd="2" destOrd="0" presId="urn:microsoft.com/office/officeart/2009/layout/CirclePictureHierarchy"/>
    <dgm:cxn modelId="{05CB712A-3AA5-4A79-B512-47B44A6948F4}" type="presParOf" srcId="{DAAFC0E7-8CA0-42EE-B198-07EEA4014C40}" destId="{F53B2FD5-FA96-4498-B48D-2B544864ECD4}" srcOrd="3" destOrd="0" presId="urn:microsoft.com/office/officeart/2009/layout/CirclePictureHierarchy"/>
    <dgm:cxn modelId="{E9190D56-C1CD-4A61-A1AF-2F7668B94F68}" type="presParOf" srcId="{F53B2FD5-FA96-4498-B48D-2B544864ECD4}" destId="{BB191C67-3BBB-4170-9ABD-B25F174800A0}" srcOrd="0" destOrd="0" presId="urn:microsoft.com/office/officeart/2009/layout/CirclePictureHierarchy"/>
    <dgm:cxn modelId="{DE618053-F28D-49B1-B163-07884830808C}" type="presParOf" srcId="{BB191C67-3BBB-4170-9ABD-B25F174800A0}" destId="{57C3B61D-F0EB-4C9C-B331-1A00A3E4FE67}" srcOrd="0" destOrd="0" presId="urn:microsoft.com/office/officeart/2009/layout/CirclePictureHierarchy"/>
    <dgm:cxn modelId="{54F4FE97-8854-43F6-88E1-77593557DE5F}" type="presParOf" srcId="{BB191C67-3BBB-4170-9ABD-B25F174800A0}" destId="{327BE224-9012-46E3-9F9F-5DA493C008B8}" srcOrd="1" destOrd="0" presId="urn:microsoft.com/office/officeart/2009/layout/CirclePictureHierarchy"/>
    <dgm:cxn modelId="{D32F962E-92C8-40EB-816C-7561CA43CE7B}" type="presParOf" srcId="{F53B2FD5-FA96-4498-B48D-2B544864ECD4}" destId="{17CF1E16-14B0-4A1F-AF2E-6DAC0AA01BED}" srcOrd="1" destOrd="0" presId="urn:microsoft.com/office/officeart/2009/layout/CirclePictureHierarchy"/>
    <dgm:cxn modelId="{647F70C6-C437-4AC0-8352-1FFEA7D1D97E}" type="presParOf" srcId="{A85AFC9D-2CE0-41A0-B986-B8DCD676F8FD}" destId="{2B552998-8A85-46FC-9AD7-074F6F668F9E}" srcOrd="2" destOrd="0" presId="urn:microsoft.com/office/officeart/2009/layout/CirclePictureHierarchy"/>
    <dgm:cxn modelId="{5100B062-BD46-4CAC-B5DC-F68A8917B507}" type="presParOf" srcId="{A85AFC9D-2CE0-41A0-B986-B8DCD676F8FD}" destId="{5436B5A5-6215-4F1E-AEF1-2C565254469C}" srcOrd="3" destOrd="0" presId="urn:microsoft.com/office/officeart/2009/layout/CirclePictureHierarchy"/>
    <dgm:cxn modelId="{979FE354-8EDA-499C-8A3B-5D24534EDE96}" type="presParOf" srcId="{5436B5A5-6215-4F1E-AEF1-2C565254469C}" destId="{E1430060-F0D3-44DF-AE50-B509B43C6FDF}" srcOrd="0" destOrd="0" presId="urn:microsoft.com/office/officeart/2009/layout/CirclePictureHierarchy"/>
    <dgm:cxn modelId="{F3E78F86-6D32-4EC1-BDE9-C095DB465817}" type="presParOf" srcId="{E1430060-F0D3-44DF-AE50-B509B43C6FDF}" destId="{C25F7121-68D2-46CB-BF66-4722175216F9}" srcOrd="0" destOrd="0" presId="urn:microsoft.com/office/officeart/2009/layout/CirclePictureHierarchy"/>
    <dgm:cxn modelId="{19F95E4C-0B26-4939-9B98-39388F1651A3}" type="presParOf" srcId="{E1430060-F0D3-44DF-AE50-B509B43C6FDF}" destId="{9655CF89-E68F-4B15-8E52-A77FAC9E0634}" srcOrd="1" destOrd="0" presId="urn:microsoft.com/office/officeart/2009/layout/CirclePictureHierarchy"/>
    <dgm:cxn modelId="{FE0C8E5B-709D-4C3A-AA65-8A4F9F4417A8}" type="presParOf" srcId="{5436B5A5-6215-4F1E-AEF1-2C565254469C}" destId="{73BE7FE6-85E7-4A24-8CEF-0EC88EC20AE2}" srcOrd="1" destOrd="0" presId="urn:microsoft.com/office/officeart/2009/layout/CirclePictureHierarchy"/>
    <dgm:cxn modelId="{A606C9C1-CCFF-4115-8493-E5F42E676229}" type="presParOf" srcId="{73BE7FE6-85E7-4A24-8CEF-0EC88EC20AE2}" destId="{51DD39EB-9D05-402D-9CA4-258180CE1366}" srcOrd="0" destOrd="0" presId="urn:microsoft.com/office/officeart/2009/layout/CirclePictureHierarchy"/>
    <dgm:cxn modelId="{122272D4-1712-4BDC-9335-1FE7917236DB}" type="presParOf" srcId="{73BE7FE6-85E7-4A24-8CEF-0EC88EC20AE2}" destId="{A91B8DF7-4855-45BC-9D52-F3AEC4960876}" srcOrd="1" destOrd="0" presId="urn:microsoft.com/office/officeart/2009/layout/CirclePictureHierarchy"/>
    <dgm:cxn modelId="{E3C72DFE-999C-438C-8426-4888018857B9}" type="presParOf" srcId="{A91B8DF7-4855-45BC-9D52-F3AEC4960876}" destId="{1C8ACC88-7E2B-4228-A2DA-59AF314315C3}" srcOrd="0" destOrd="0" presId="urn:microsoft.com/office/officeart/2009/layout/CirclePictureHierarchy"/>
    <dgm:cxn modelId="{6F4A227F-9C81-4F61-823C-FAA2C6B12C31}" type="presParOf" srcId="{1C8ACC88-7E2B-4228-A2DA-59AF314315C3}" destId="{9DCE2AD0-AC70-4CCB-AFF7-6B12DBD18C00}" srcOrd="0" destOrd="0" presId="urn:microsoft.com/office/officeart/2009/layout/CirclePictureHierarchy"/>
    <dgm:cxn modelId="{04470595-A31D-431F-B577-63A5291504B6}" type="presParOf" srcId="{1C8ACC88-7E2B-4228-A2DA-59AF314315C3}" destId="{9967225F-D8E6-4444-8A21-F8807058F68B}" srcOrd="1" destOrd="0" presId="urn:microsoft.com/office/officeart/2009/layout/CirclePictureHierarchy"/>
    <dgm:cxn modelId="{276F55AF-BC8F-48C2-A8C2-A8583D59D962}" type="presParOf" srcId="{A91B8DF7-4855-45BC-9D52-F3AEC4960876}" destId="{C153B4C8-8AD4-4669-A335-03E3E8339FD9}" srcOrd="1" destOrd="0" presId="urn:microsoft.com/office/officeart/2009/layout/CirclePictureHierarchy"/>
    <dgm:cxn modelId="{7C645AFD-08E0-4DE1-8ECB-8C7F42DC442E}" type="presParOf" srcId="{73BE7FE6-85E7-4A24-8CEF-0EC88EC20AE2}" destId="{857CEF77-8102-4D07-A47D-42EC6BEC8734}" srcOrd="2" destOrd="0" presId="urn:microsoft.com/office/officeart/2009/layout/CirclePictureHierarchy"/>
    <dgm:cxn modelId="{63E63544-AED6-4555-8CB0-74449AB5ECB6}" type="presParOf" srcId="{73BE7FE6-85E7-4A24-8CEF-0EC88EC20AE2}" destId="{AA7A8BD5-EA93-47C2-BAE7-B6F7F72F43A5}" srcOrd="3" destOrd="0" presId="urn:microsoft.com/office/officeart/2009/layout/CirclePictureHierarchy"/>
    <dgm:cxn modelId="{D1EAA015-340E-42F8-A16A-527DFBB6627C}" type="presParOf" srcId="{AA7A8BD5-EA93-47C2-BAE7-B6F7F72F43A5}" destId="{5EDD1DB8-585C-4A65-9B1C-BD36A9B5410F}" srcOrd="0" destOrd="0" presId="urn:microsoft.com/office/officeart/2009/layout/CirclePictureHierarchy"/>
    <dgm:cxn modelId="{2B80162A-9ADB-421A-8082-A79E601D1E26}" type="presParOf" srcId="{5EDD1DB8-585C-4A65-9B1C-BD36A9B5410F}" destId="{48E87A15-206D-4CC2-B8D5-46B0A972359A}" srcOrd="0" destOrd="0" presId="urn:microsoft.com/office/officeart/2009/layout/CirclePictureHierarchy"/>
    <dgm:cxn modelId="{5DD14C99-83BD-4B98-BCA2-A9F9FD5725EA}" type="presParOf" srcId="{5EDD1DB8-585C-4A65-9B1C-BD36A9B5410F}" destId="{3154C282-71B1-49CA-B1B9-843C87F7F231}" srcOrd="1" destOrd="0" presId="urn:microsoft.com/office/officeart/2009/layout/CirclePictureHierarchy"/>
    <dgm:cxn modelId="{8E46DABE-847A-4297-9ABC-195EE243BF4D}" type="presParOf" srcId="{AA7A8BD5-EA93-47C2-BAE7-B6F7F72F43A5}" destId="{DAEE20DA-9526-4403-ACAB-E35877ECE420}" srcOrd="1" destOrd="0" presId="urn:microsoft.com/office/officeart/2009/layout/CirclePictureHierarchy"/>
    <dgm:cxn modelId="{57FFE939-6BDA-4C3E-ADA7-622270083E7D}" type="presParOf" srcId="{9B3CF6FC-3252-4442-A268-50ADB7109E3B}" destId="{B89AF487-244B-4346-A6EB-233C1DCDBE3A}" srcOrd="1" destOrd="0" presId="urn:microsoft.com/office/officeart/2009/layout/CirclePictureHierarchy"/>
    <dgm:cxn modelId="{1DAFB776-0F63-42F7-875C-EDB2DD67FB55}" type="presParOf" srcId="{B89AF487-244B-4346-A6EB-233C1DCDBE3A}" destId="{4366134A-E683-4C64-9D7D-4FD1B540F260}" srcOrd="0" destOrd="0" presId="urn:microsoft.com/office/officeart/2009/layout/CirclePictureHierarchy"/>
    <dgm:cxn modelId="{BD458B42-104E-4D05-853A-945320092A35}" type="presParOf" srcId="{4366134A-E683-4C64-9D7D-4FD1B540F260}" destId="{D4F6685B-001F-4647-B199-994B751DF7E8}" srcOrd="0" destOrd="0" presId="urn:microsoft.com/office/officeart/2009/layout/CirclePictureHierarchy"/>
    <dgm:cxn modelId="{D05EF103-DEEC-4C3B-8842-7F4B8C69F5F1}" type="presParOf" srcId="{4366134A-E683-4C64-9D7D-4FD1B540F260}" destId="{C58FFE98-24B5-4042-9B3F-598371C69098}" srcOrd="1" destOrd="0" presId="urn:microsoft.com/office/officeart/2009/layout/CirclePictureHierarchy"/>
    <dgm:cxn modelId="{1DA31975-EBEA-47EC-8B35-C919C7F70BFD}" type="presParOf" srcId="{B89AF487-244B-4346-A6EB-233C1DCDBE3A}" destId="{BCEA694C-07F7-4EA9-835A-F22B66FF165A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7CEF77-8102-4D07-A47D-42EC6BEC8734}">
      <dsp:nvSpPr>
        <dsp:cNvPr id="0" name=""/>
        <dsp:cNvSpPr/>
      </dsp:nvSpPr>
      <dsp:spPr>
        <a:xfrm>
          <a:off x="7529922" y="3572260"/>
          <a:ext cx="1403284" cy="321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15"/>
              </a:lnTo>
              <a:lnTo>
                <a:pt x="1403284" y="162015"/>
              </a:lnTo>
              <a:lnTo>
                <a:pt x="1403284" y="32147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D39EB-9D05-402D-9CA4-258180CE1366}">
      <dsp:nvSpPr>
        <dsp:cNvPr id="0" name=""/>
        <dsp:cNvSpPr/>
      </dsp:nvSpPr>
      <dsp:spPr>
        <a:xfrm>
          <a:off x="6126637" y="3572260"/>
          <a:ext cx="1403284" cy="321479"/>
        </a:xfrm>
        <a:custGeom>
          <a:avLst/>
          <a:gdLst/>
          <a:ahLst/>
          <a:cxnLst/>
          <a:rect l="0" t="0" r="0" b="0"/>
          <a:pathLst>
            <a:path>
              <a:moveTo>
                <a:pt x="1403284" y="0"/>
              </a:moveTo>
              <a:lnTo>
                <a:pt x="1403284" y="162015"/>
              </a:lnTo>
              <a:lnTo>
                <a:pt x="0" y="162015"/>
              </a:lnTo>
              <a:lnTo>
                <a:pt x="0" y="32147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552998-8A85-46FC-9AD7-074F6F668F9E}">
      <dsp:nvSpPr>
        <dsp:cNvPr id="0" name=""/>
        <dsp:cNvSpPr/>
      </dsp:nvSpPr>
      <dsp:spPr>
        <a:xfrm>
          <a:off x="4667075" y="2230210"/>
          <a:ext cx="2862846" cy="321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15"/>
              </a:lnTo>
              <a:lnTo>
                <a:pt x="2862846" y="162015"/>
              </a:lnTo>
              <a:lnTo>
                <a:pt x="2862846" y="32147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0C8AB-4EAB-4E2F-9827-6156C4677760}">
      <dsp:nvSpPr>
        <dsp:cNvPr id="0" name=""/>
        <dsp:cNvSpPr/>
      </dsp:nvSpPr>
      <dsp:spPr>
        <a:xfrm>
          <a:off x="1916785" y="3572260"/>
          <a:ext cx="1403284" cy="321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15"/>
              </a:lnTo>
              <a:lnTo>
                <a:pt x="1403284" y="162015"/>
              </a:lnTo>
              <a:lnTo>
                <a:pt x="1403284" y="32147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98FF4B-B39F-4E60-9E46-7C7486CF8290}">
      <dsp:nvSpPr>
        <dsp:cNvPr id="0" name=""/>
        <dsp:cNvSpPr/>
      </dsp:nvSpPr>
      <dsp:spPr>
        <a:xfrm>
          <a:off x="513501" y="3572260"/>
          <a:ext cx="1403284" cy="321479"/>
        </a:xfrm>
        <a:custGeom>
          <a:avLst/>
          <a:gdLst/>
          <a:ahLst/>
          <a:cxnLst/>
          <a:rect l="0" t="0" r="0" b="0"/>
          <a:pathLst>
            <a:path>
              <a:moveTo>
                <a:pt x="1403284" y="0"/>
              </a:moveTo>
              <a:lnTo>
                <a:pt x="1403284" y="162015"/>
              </a:lnTo>
              <a:lnTo>
                <a:pt x="0" y="162015"/>
              </a:lnTo>
              <a:lnTo>
                <a:pt x="0" y="32147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EE8DBE-667C-4328-BEC2-C94D9849BD00}">
      <dsp:nvSpPr>
        <dsp:cNvPr id="0" name=""/>
        <dsp:cNvSpPr/>
      </dsp:nvSpPr>
      <dsp:spPr>
        <a:xfrm>
          <a:off x="1916785" y="2230210"/>
          <a:ext cx="2750290" cy="321479"/>
        </a:xfrm>
        <a:custGeom>
          <a:avLst/>
          <a:gdLst/>
          <a:ahLst/>
          <a:cxnLst/>
          <a:rect l="0" t="0" r="0" b="0"/>
          <a:pathLst>
            <a:path>
              <a:moveTo>
                <a:pt x="2750290" y="0"/>
              </a:moveTo>
              <a:lnTo>
                <a:pt x="2750290" y="162015"/>
              </a:lnTo>
              <a:lnTo>
                <a:pt x="0" y="162015"/>
              </a:lnTo>
              <a:lnTo>
                <a:pt x="0" y="32147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806D33-629E-43E5-8CA7-57A327EED02F}">
      <dsp:nvSpPr>
        <dsp:cNvPr id="0" name=""/>
        <dsp:cNvSpPr/>
      </dsp:nvSpPr>
      <dsp:spPr>
        <a:xfrm>
          <a:off x="4156790" y="120964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7F848-0C39-44D4-9E28-FF16CF3CA012}">
      <dsp:nvSpPr>
        <dsp:cNvPr id="0" name=""/>
        <dsp:cNvSpPr/>
      </dsp:nvSpPr>
      <dsp:spPr>
        <a:xfrm>
          <a:off x="5207679" y="1221377"/>
          <a:ext cx="1755967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Formal (Style)</a:t>
          </a:r>
          <a:endParaRPr lang="en-US" sz="2000" kern="1200" dirty="0"/>
        </a:p>
      </dsp:txBody>
      <dsp:txXfrm>
        <a:off x="5207679" y="1221377"/>
        <a:ext cx="1755967" cy="1020570"/>
      </dsp:txXfrm>
    </dsp:sp>
    <dsp:sp modelId="{D234F9A4-1D5C-4D30-AE91-4920F98C41FF}">
      <dsp:nvSpPr>
        <dsp:cNvPr id="0" name=""/>
        <dsp:cNvSpPr/>
      </dsp:nvSpPr>
      <dsp:spPr>
        <a:xfrm>
          <a:off x="1406500" y="255169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14457-5979-4114-8375-2661A1A61CF2}">
      <dsp:nvSpPr>
        <dsp:cNvPr id="0" name=""/>
        <dsp:cNvSpPr/>
      </dsp:nvSpPr>
      <dsp:spPr>
        <a:xfrm>
          <a:off x="2427070" y="254913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Descriptive (Type)</a:t>
          </a:r>
          <a:endParaRPr lang="en-US" sz="2000" kern="1200" dirty="0"/>
        </a:p>
      </dsp:txBody>
      <dsp:txXfrm>
        <a:off x="2427070" y="2549139"/>
        <a:ext cx="1530855" cy="1020570"/>
      </dsp:txXfrm>
    </dsp:sp>
    <dsp:sp modelId="{3DA6B94D-DD61-4B2C-BC5D-7F12119574BC}">
      <dsp:nvSpPr>
        <dsp:cNvPr id="0" name=""/>
        <dsp:cNvSpPr/>
      </dsp:nvSpPr>
      <dsp:spPr>
        <a:xfrm>
          <a:off x="3216" y="389374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2B04B-6DE9-4958-9239-0818A4EEE646}">
      <dsp:nvSpPr>
        <dsp:cNvPr id="0" name=""/>
        <dsp:cNvSpPr/>
      </dsp:nvSpPr>
      <dsp:spPr>
        <a:xfrm>
          <a:off x="1023786" y="389118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Cause &amp; Effect (Pattern)</a:t>
          </a:r>
          <a:endParaRPr lang="en-US" sz="2000" kern="1200" dirty="0"/>
        </a:p>
      </dsp:txBody>
      <dsp:txXfrm>
        <a:off x="1023786" y="3891189"/>
        <a:ext cx="1530855" cy="1020570"/>
      </dsp:txXfrm>
    </dsp:sp>
    <dsp:sp modelId="{57C3B61D-F0EB-4C9C-B331-1A00A3E4FE67}">
      <dsp:nvSpPr>
        <dsp:cNvPr id="0" name=""/>
        <dsp:cNvSpPr/>
      </dsp:nvSpPr>
      <dsp:spPr>
        <a:xfrm>
          <a:off x="2809784" y="389374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BE224-9012-46E3-9F9F-5DA493C008B8}">
      <dsp:nvSpPr>
        <dsp:cNvPr id="0" name=""/>
        <dsp:cNvSpPr/>
      </dsp:nvSpPr>
      <dsp:spPr>
        <a:xfrm>
          <a:off x="3830354" y="389118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Comparison &amp; Contrast </a:t>
          </a:r>
          <a:r>
            <a:rPr lang="en-US" sz="2000" kern="1200" dirty="0" smtClean="0"/>
            <a:t>(Pattern)</a:t>
          </a:r>
          <a:endParaRPr lang="en-US" sz="2000" kern="1200" dirty="0"/>
        </a:p>
      </dsp:txBody>
      <dsp:txXfrm>
        <a:off x="3830354" y="3891189"/>
        <a:ext cx="1530855" cy="1020570"/>
      </dsp:txXfrm>
    </dsp:sp>
    <dsp:sp modelId="{C25F7121-68D2-46CB-BF66-4722175216F9}">
      <dsp:nvSpPr>
        <dsp:cNvPr id="0" name=""/>
        <dsp:cNvSpPr/>
      </dsp:nvSpPr>
      <dsp:spPr>
        <a:xfrm>
          <a:off x="7019636" y="255169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5CF89-E68F-4B15-8E52-A77FAC9E0634}">
      <dsp:nvSpPr>
        <dsp:cNvPr id="0" name=""/>
        <dsp:cNvSpPr/>
      </dsp:nvSpPr>
      <dsp:spPr>
        <a:xfrm>
          <a:off x="8040207" y="254913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Narrative (Type)</a:t>
          </a:r>
          <a:endParaRPr lang="en-US" sz="2000" kern="1200" dirty="0"/>
        </a:p>
      </dsp:txBody>
      <dsp:txXfrm>
        <a:off x="8040207" y="2549139"/>
        <a:ext cx="1530855" cy="1020570"/>
      </dsp:txXfrm>
    </dsp:sp>
    <dsp:sp modelId="{9DCE2AD0-AC70-4CCB-AFF7-6B12DBD18C00}">
      <dsp:nvSpPr>
        <dsp:cNvPr id="0" name=""/>
        <dsp:cNvSpPr/>
      </dsp:nvSpPr>
      <dsp:spPr>
        <a:xfrm>
          <a:off x="5616352" y="389374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7225F-D8E6-4444-8A21-F8807058F68B}">
      <dsp:nvSpPr>
        <dsp:cNvPr id="0" name=""/>
        <dsp:cNvSpPr/>
      </dsp:nvSpPr>
      <dsp:spPr>
        <a:xfrm>
          <a:off x="6636923" y="389118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Cause &amp; Effect </a:t>
          </a:r>
          <a:r>
            <a:rPr lang="en-US" sz="2000" kern="1200" dirty="0" smtClean="0"/>
            <a:t>(Pattern)</a:t>
          </a:r>
          <a:endParaRPr lang="en-US" sz="2000" kern="1200" dirty="0"/>
        </a:p>
      </dsp:txBody>
      <dsp:txXfrm>
        <a:off x="6636923" y="3891189"/>
        <a:ext cx="1530855" cy="1020570"/>
      </dsp:txXfrm>
    </dsp:sp>
    <dsp:sp modelId="{48E87A15-206D-4CC2-B8D5-46B0A972359A}">
      <dsp:nvSpPr>
        <dsp:cNvPr id="0" name=""/>
        <dsp:cNvSpPr/>
      </dsp:nvSpPr>
      <dsp:spPr>
        <a:xfrm>
          <a:off x="8422921" y="389374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4C282-71B1-49CA-B1B9-843C87F7F231}">
      <dsp:nvSpPr>
        <dsp:cNvPr id="0" name=""/>
        <dsp:cNvSpPr/>
      </dsp:nvSpPr>
      <dsp:spPr>
        <a:xfrm>
          <a:off x="9443491" y="389118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/>
        </a:p>
      </dsp:txBody>
      <dsp:txXfrm>
        <a:off x="9443491" y="3891189"/>
        <a:ext cx="1530855" cy="1020570"/>
      </dsp:txXfrm>
    </dsp:sp>
    <dsp:sp modelId="{D4F6685B-001F-4647-B199-994B751DF7E8}">
      <dsp:nvSpPr>
        <dsp:cNvPr id="0" name=""/>
        <dsp:cNvSpPr/>
      </dsp:nvSpPr>
      <dsp:spPr>
        <a:xfrm>
          <a:off x="8413943" y="3894995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FFE98-24B5-4042-9B3F-598371C69098}">
      <dsp:nvSpPr>
        <dsp:cNvPr id="0" name=""/>
        <dsp:cNvSpPr/>
      </dsp:nvSpPr>
      <dsp:spPr>
        <a:xfrm>
          <a:off x="9446707" y="3906732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Comparison &amp; Contrast </a:t>
          </a:r>
          <a:r>
            <a:rPr lang="en-US" sz="2000" kern="1200" dirty="0" smtClean="0"/>
            <a:t>(Pattern)</a:t>
          </a:r>
          <a:endParaRPr lang="en-US" sz="2000" kern="1200" dirty="0"/>
        </a:p>
      </dsp:txBody>
      <dsp:txXfrm>
        <a:off x="9446707" y="3906732"/>
        <a:ext cx="1530855" cy="10205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7CEF77-8102-4D07-A47D-42EC6BEC8734}">
      <dsp:nvSpPr>
        <dsp:cNvPr id="0" name=""/>
        <dsp:cNvSpPr/>
      </dsp:nvSpPr>
      <dsp:spPr>
        <a:xfrm>
          <a:off x="7529922" y="3572260"/>
          <a:ext cx="1403284" cy="321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15"/>
              </a:lnTo>
              <a:lnTo>
                <a:pt x="1403284" y="162015"/>
              </a:lnTo>
              <a:lnTo>
                <a:pt x="1403284" y="32147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D39EB-9D05-402D-9CA4-258180CE1366}">
      <dsp:nvSpPr>
        <dsp:cNvPr id="0" name=""/>
        <dsp:cNvSpPr/>
      </dsp:nvSpPr>
      <dsp:spPr>
        <a:xfrm>
          <a:off x="6126637" y="3572260"/>
          <a:ext cx="1403284" cy="321479"/>
        </a:xfrm>
        <a:custGeom>
          <a:avLst/>
          <a:gdLst/>
          <a:ahLst/>
          <a:cxnLst/>
          <a:rect l="0" t="0" r="0" b="0"/>
          <a:pathLst>
            <a:path>
              <a:moveTo>
                <a:pt x="1403284" y="0"/>
              </a:moveTo>
              <a:lnTo>
                <a:pt x="1403284" y="162015"/>
              </a:lnTo>
              <a:lnTo>
                <a:pt x="0" y="162015"/>
              </a:lnTo>
              <a:lnTo>
                <a:pt x="0" y="32147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552998-8A85-46FC-9AD7-074F6F668F9E}">
      <dsp:nvSpPr>
        <dsp:cNvPr id="0" name=""/>
        <dsp:cNvSpPr/>
      </dsp:nvSpPr>
      <dsp:spPr>
        <a:xfrm>
          <a:off x="4667075" y="2230210"/>
          <a:ext cx="2862846" cy="321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15"/>
              </a:lnTo>
              <a:lnTo>
                <a:pt x="2862846" y="162015"/>
              </a:lnTo>
              <a:lnTo>
                <a:pt x="2862846" y="32147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0C8AB-4EAB-4E2F-9827-6156C4677760}">
      <dsp:nvSpPr>
        <dsp:cNvPr id="0" name=""/>
        <dsp:cNvSpPr/>
      </dsp:nvSpPr>
      <dsp:spPr>
        <a:xfrm>
          <a:off x="1916785" y="3572260"/>
          <a:ext cx="1403284" cy="321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015"/>
              </a:lnTo>
              <a:lnTo>
                <a:pt x="1403284" y="162015"/>
              </a:lnTo>
              <a:lnTo>
                <a:pt x="1403284" y="32147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98FF4B-B39F-4E60-9E46-7C7486CF8290}">
      <dsp:nvSpPr>
        <dsp:cNvPr id="0" name=""/>
        <dsp:cNvSpPr/>
      </dsp:nvSpPr>
      <dsp:spPr>
        <a:xfrm>
          <a:off x="513501" y="3572260"/>
          <a:ext cx="1403284" cy="321479"/>
        </a:xfrm>
        <a:custGeom>
          <a:avLst/>
          <a:gdLst/>
          <a:ahLst/>
          <a:cxnLst/>
          <a:rect l="0" t="0" r="0" b="0"/>
          <a:pathLst>
            <a:path>
              <a:moveTo>
                <a:pt x="1403284" y="0"/>
              </a:moveTo>
              <a:lnTo>
                <a:pt x="1403284" y="162015"/>
              </a:lnTo>
              <a:lnTo>
                <a:pt x="0" y="162015"/>
              </a:lnTo>
              <a:lnTo>
                <a:pt x="0" y="32147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EE8DBE-667C-4328-BEC2-C94D9849BD00}">
      <dsp:nvSpPr>
        <dsp:cNvPr id="0" name=""/>
        <dsp:cNvSpPr/>
      </dsp:nvSpPr>
      <dsp:spPr>
        <a:xfrm>
          <a:off x="1916785" y="2230210"/>
          <a:ext cx="2750290" cy="321479"/>
        </a:xfrm>
        <a:custGeom>
          <a:avLst/>
          <a:gdLst/>
          <a:ahLst/>
          <a:cxnLst/>
          <a:rect l="0" t="0" r="0" b="0"/>
          <a:pathLst>
            <a:path>
              <a:moveTo>
                <a:pt x="2750290" y="0"/>
              </a:moveTo>
              <a:lnTo>
                <a:pt x="2750290" y="162015"/>
              </a:lnTo>
              <a:lnTo>
                <a:pt x="0" y="162015"/>
              </a:lnTo>
              <a:lnTo>
                <a:pt x="0" y="32147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806D33-629E-43E5-8CA7-57A327EED02F}">
      <dsp:nvSpPr>
        <dsp:cNvPr id="0" name=""/>
        <dsp:cNvSpPr/>
      </dsp:nvSpPr>
      <dsp:spPr>
        <a:xfrm>
          <a:off x="4156790" y="120964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7F848-0C39-44D4-9E28-FF16CF3CA012}">
      <dsp:nvSpPr>
        <dsp:cNvPr id="0" name=""/>
        <dsp:cNvSpPr/>
      </dsp:nvSpPr>
      <dsp:spPr>
        <a:xfrm>
          <a:off x="5207679" y="1221377"/>
          <a:ext cx="1755967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Informal (Style)</a:t>
          </a:r>
          <a:endParaRPr lang="en-US" sz="2000" kern="1200" dirty="0"/>
        </a:p>
      </dsp:txBody>
      <dsp:txXfrm>
        <a:off x="5207679" y="1221377"/>
        <a:ext cx="1755967" cy="1020570"/>
      </dsp:txXfrm>
    </dsp:sp>
    <dsp:sp modelId="{D234F9A4-1D5C-4D30-AE91-4920F98C41FF}">
      <dsp:nvSpPr>
        <dsp:cNvPr id="0" name=""/>
        <dsp:cNvSpPr/>
      </dsp:nvSpPr>
      <dsp:spPr>
        <a:xfrm>
          <a:off x="1406500" y="255169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14457-5979-4114-8375-2661A1A61CF2}">
      <dsp:nvSpPr>
        <dsp:cNvPr id="0" name=""/>
        <dsp:cNvSpPr/>
      </dsp:nvSpPr>
      <dsp:spPr>
        <a:xfrm>
          <a:off x="2427070" y="254913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Descriptive (Type)</a:t>
          </a:r>
          <a:endParaRPr lang="en-US" sz="2000" kern="1200" dirty="0"/>
        </a:p>
      </dsp:txBody>
      <dsp:txXfrm>
        <a:off x="2427070" y="2549139"/>
        <a:ext cx="1530855" cy="1020570"/>
      </dsp:txXfrm>
    </dsp:sp>
    <dsp:sp modelId="{3DA6B94D-DD61-4B2C-BC5D-7F12119574BC}">
      <dsp:nvSpPr>
        <dsp:cNvPr id="0" name=""/>
        <dsp:cNvSpPr/>
      </dsp:nvSpPr>
      <dsp:spPr>
        <a:xfrm>
          <a:off x="3216" y="389374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2B04B-6DE9-4958-9239-0818A4EEE646}">
      <dsp:nvSpPr>
        <dsp:cNvPr id="0" name=""/>
        <dsp:cNvSpPr/>
      </dsp:nvSpPr>
      <dsp:spPr>
        <a:xfrm>
          <a:off x="1023786" y="389118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Cause &amp; Effect (Pattern)</a:t>
          </a:r>
          <a:endParaRPr lang="en-US" sz="2000" kern="1200" dirty="0"/>
        </a:p>
      </dsp:txBody>
      <dsp:txXfrm>
        <a:off x="1023786" y="3891189"/>
        <a:ext cx="1530855" cy="1020570"/>
      </dsp:txXfrm>
    </dsp:sp>
    <dsp:sp modelId="{57C3B61D-F0EB-4C9C-B331-1A00A3E4FE67}">
      <dsp:nvSpPr>
        <dsp:cNvPr id="0" name=""/>
        <dsp:cNvSpPr/>
      </dsp:nvSpPr>
      <dsp:spPr>
        <a:xfrm>
          <a:off x="2809784" y="389374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BE224-9012-46E3-9F9F-5DA493C008B8}">
      <dsp:nvSpPr>
        <dsp:cNvPr id="0" name=""/>
        <dsp:cNvSpPr/>
      </dsp:nvSpPr>
      <dsp:spPr>
        <a:xfrm>
          <a:off x="3830354" y="389118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Comparison &amp; Contrast </a:t>
          </a:r>
          <a:r>
            <a:rPr lang="en-US" sz="2000" kern="1200" dirty="0" smtClean="0"/>
            <a:t>(Pattern)</a:t>
          </a:r>
          <a:endParaRPr lang="en-US" sz="2000" kern="1200" dirty="0"/>
        </a:p>
      </dsp:txBody>
      <dsp:txXfrm>
        <a:off x="3830354" y="3891189"/>
        <a:ext cx="1530855" cy="1020570"/>
      </dsp:txXfrm>
    </dsp:sp>
    <dsp:sp modelId="{C25F7121-68D2-46CB-BF66-4722175216F9}">
      <dsp:nvSpPr>
        <dsp:cNvPr id="0" name=""/>
        <dsp:cNvSpPr/>
      </dsp:nvSpPr>
      <dsp:spPr>
        <a:xfrm>
          <a:off x="7019636" y="255169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5CF89-E68F-4B15-8E52-A77FAC9E0634}">
      <dsp:nvSpPr>
        <dsp:cNvPr id="0" name=""/>
        <dsp:cNvSpPr/>
      </dsp:nvSpPr>
      <dsp:spPr>
        <a:xfrm>
          <a:off x="8040207" y="254913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Narrative (Type)</a:t>
          </a:r>
          <a:endParaRPr lang="en-US" sz="2000" kern="1200" dirty="0"/>
        </a:p>
      </dsp:txBody>
      <dsp:txXfrm>
        <a:off x="8040207" y="2549139"/>
        <a:ext cx="1530855" cy="1020570"/>
      </dsp:txXfrm>
    </dsp:sp>
    <dsp:sp modelId="{9DCE2AD0-AC70-4CCB-AFF7-6B12DBD18C00}">
      <dsp:nvSpPr>
        <dsp:cNvPr id="0" name=""/>
        <dsp:cNvSpPr/>
      </dsp:nvSpPr>
      <dsp:spPr>
        <a:xfrm>
          <a:off x="5616352" y="389374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7225F-D8E6-4444-8A21-F8807058F68B}">
      <dsp:nvSpPr>
        <dsp:cNvPr id="0" name=""/>
        <dsp:cNvSpPr/>
      </dsp:nvSpPr>
      <dsp:spPr>
        <a:xfrm>
          <a:off x="6636923" y="389118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Cause &amp; Effect </a:t>
          </a:r>
          <a:r>
            <a:rPr lang="en-US" sz="2000" kern="1200" dirty="0" smtClean="0"/>
            <a:t>(Pattern)</a:t>
          </a:r>
          <a:endParaRPr lang="en-US" sz="2000" kern="1200" dirty="0"/>
        </a:p>
      </dsp:txBody>
      <dsp:txXfrm>
        <a:off x="6636923" y="3891189"/>
        <a:ext cx="1530855" cy="1020570"/>
      </dsp:txXfrm>
    </dsp:sp>
    <dsp:sp modelId="{48E87A15-206D-4CC2-B8D5-46B0A972359A}">
      <dsp:nvSpPr>
        <dsp:cNvPr id="0" name=""/>
        <dsp:cNvSpPr/>
      </dsp:nvSpPr>
      <dsp:spPr>
        <a:xfrm>
          <a:off x="8422921" y="3893740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4C282-71B1-49CA-B1B9-843C87F7F231}">
      <dsp:nvSpPr>
        <dsp:cNvPr id="0" name=""/>
        <dsp:cNvSpPr/>
      </dsp:nvSpPr>
      <dsp:spPr>
        <a:xfrm>
          <a:off x="9443491" y="3891189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/>
        </a:p>
      </dsp:txBody>
      <dsp:txXfrm>
        <a:off x="9443491" y="3891189"/>
        <a:ext cx="1530855" cy="1020570"/>
      </dsp:txXfrm>
    </dsp:sp>
    <dsp:sp modelId="{D4F6685B-001F-4647-B199-994B751DF7E8}">
      <dsp:nvSpPr>
        <dsp:cNvPr id="0" name=""/>
        <dsp:cNvSpPr/>
      </dsp:nvSpPr>
      <dsp:spPr>
        <a:xfrm>
          <a:off x="8413943" y="3894995"/>
          <a:ext cx="1020570" cy="1020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FFE98-24B5-4042-9B3F-598371C69098}">
      <dsp:nvSpPr>
        <dsp:cNvPr id="0" name=""/>
        <dsp:cNvSpPr/>
      </dsp:nvSpPr>
      <dsp:spPr>
        <a:xfrm>
          <a:off x="9446707" y="3906732"/>
          <a:ext cx="1530855" cy="102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Comparison &amp; Contrast </a:t>
          </a:r>
          <a:r>
            <a:rPr lang="en-US" sz="2000" kern="1200" dirty="0" smtClean="0"/>
            <a:t>(Pattern)</a:t>
          </a:r>
          <a:endParaRPr lang="en-US" sz="2000" kern="1200" dirty="0"/>
        </a:p>
      </dsp:txBody>
      <dsp:txXfrm>
        <a:off x="9446707" y="3906732"/>
        <a:ext cx="1530855" cy="1020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42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3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2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7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67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49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4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8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86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C5485-E607-422A-8F7D-18A498E3BD5D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E586D-1C5E-4D46-999E-F36B61E50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5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6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355803"/>
              </p:ext>
            </p:extLst>
          </p:nvPr>
        </p:nvGraphicFramePr>
        <p:xfrm>
          <a:off x="838199" y="365125"/>
          <a:ext cx="10977563" cy="612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68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374567"/>
              </p:ext>
            </p:extLst>
          </p:nvPr>
        </p:nvGraphicFramePr>
        <p:xfrm>
          <a:off x="838199" y="365125"/>
          <a:ext cx="10977563" cy="612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550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Husnain Raza</dc:creator>
  <cp:lastModifiedBy>Husnain Raza</cp:lastModifiedBy>
  <cp:revision>1</cp:revision>
  <dcterms:created xsi:type="dcterms:W3CDTF">2020-10-27T19:01:55Z</dcterms:created>
  <dcterms:modified xsi:type="dcterms:W3CDTF">2020-10-27T19:07:21Z</dcterms:modified>
</cp:coreProperties>
</file>