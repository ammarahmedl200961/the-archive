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6" autoAdjust="0"/>
    <p:restoredTop sz="94660"/>
  </p:normalViewPr>
  <p:slideViewPr>
    <p:cSldViewPr snapToGrid="0">
      <p:cViewPr varScale="1">
        <p:scale>
          <a:sx n="70" d="100"/>
          <a:sy n="70" d="100"/>
        </p:scale>
        <p:origin x="11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45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3181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88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5036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8789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656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752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396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141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76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110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9DCC9D-3F5C-4A37-8668-C389C2CB3677}" type="datetimeFigureOut">
              <a:rPr lang="en-US" smtClean="0"/>
              <a:t>12/13/2020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D66E29-2052-42C0-BB46-CDE5DBB20C1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83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ibin.com/thesis-builder/argumentative-topic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Argumentative Essay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9366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Practice making Argumentative thesis on thesis builder.</a:t>
            </a:r>
          </a:p>
          <a:p>
            <a:r>
              <a:rPr lang="en-US" dirty="0" smtClean="0"/>
              <a:t>1. Argumentative Thesis Builder (</a:t>
            </a:r>
            <a:r>
              <a:rPr lang="en-US" u="sng" dirty="0">
                <a:hlinkClick r:id="rId2"/>
              </a:rPr>
              <a:t>https://</a:t>
            </a:r>
            <a:r>
              <a:rPr lang="en-US" u="sng" dirty="0" smtClean="0">
                <a:hlinkClick r:id="rId2"/>
              </a:rPr>
              <a:t>www.kibin.com/thesis-builder/argumentative-topic</a:t>
            </a:r>
            <a:endParaRPr lang="en-US" u="sng" dirty="0" smtClean="0"/>
          </a:p>
          <a:p>
            <a:r>
              <a:rPr lang="en-US" u="sng" dirty="0" smtClean="0"/>
              <a:t>Topics:</a:t>
            </a:r>
          </a:p>
          <a:p>
            <a:r>
              <a:rPr lang="en-US" u="sng" dirty="0" smtClean="0"/>
              <a:t>should education be free for everyone?</a:t>
            </a:r>
          </a:p>
          <a:p>
            <a:r>
              <a:rPr lang="en-US" u="sng" dirty="0" smtClean="0"/>
              <a:t>Will people start marrying their computers soon?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r>
              <a:rPr lang="en-US" dirty="0" smtClean="0"/>
              <a:t>2. Argumentative Intro Paragraphs by using the two thesis statements </a:t>
            </a:r>
          </a:p>
          <a:p>
            <a:pPr marL="0" indent="0"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2213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Should people be rely on technology.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Even though technology bring benefits to us, we </a:t>
            </a:r>
            <a:r>
              <a:rPr lang="en-US" dirty="0" smtClean="0"/>
              <a:t>should not </a:t>
            </a:r>
            <a:r>
              <a:rPr lang="en-US" dirty="0"/>
              <a:t>rely heavily on technology because it makes us lazy and does not improve our skills.</a:t>
            </a:r>
          </a:p>
        </p:txBody>
      </p:sp>
    </p:spTree>
    <p:extLst>
      <p:ext uri="{BB962C8B-B14F-4D97-AF65-F5344CB8AC3E}">
        <p14:creationId xmlns:p14="http://schemas.microsoft.com/office/powerpoint/2010/main" val="14264329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710</TotalTime>
  <Words>49</Words>
  <Application>Microsoft Office PowerPoint</Application>
  <PresentationFormat>Widescreen</PresentationFormat>
  <Paragraphs>11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Argumentative Essay </vt:lpstr>
      <vt:lpstr>Lab 1</vt:lpstr>
      <vt:lpstr>Should people be rely on technology.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shafiq</dc:creator>
  <cp:lastModifiedBy>Ayesha shafiq</cp:lastModifiedBy>
  <cp:revision>6</cp:revision>
  <dcterms:created xsi:type="dcterms:W3CDTF">2020-12-13T15:51:20Z</dcterms:created>
  <dcterms:modified xsi:type="dcterms:W3CDTF">2020-12-14T03:41:32Z</dcterms:modified>
</cp:coreProperties>
</file>