
<file path=[Content_Types].xml><?xml version="1.0" encoding="utf-8"?>
<Types xmlns="http://schemas.openxmlformats.org/package/2006/content-types">
  <Default Extension="png" ContentType="image/png"/>
  <Default Extension="wma" ContentType="audio/x-ms-wm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0EAE-8816-4FF2-8401-DDD8EA7E38A3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6A6E5-C175-4DFE-8974-962B09F3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245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0EAE-8816-4FF2-8401-DDD8EA7E38A3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6A6E5-C175-4DFE-8974-962B09F3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06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0EAE-8816-4FF2-8401-DDD8EA7E38A3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6A6E5-C175-4DFE-8974-962B09F3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245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0EAE-8816-4FF2-8401-DDD8EA7E38A3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6A6E5-C175-4DFE-8974-962B09F3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06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0EAE-8816-4FF2-8401-DDD8EA7E38A3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6A6E5-C175-4DFE-8974-962B09F3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185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0EAE-8816-4FF2-8401-DDD8EA7E38A3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6A6E5-C175-4DFE-8974-962B09F3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153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0EAE-8816-4FF2-8401-DDD8EA7E38A3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6A6E5-C175-4DFE-8974-962B09F3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65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0EAE-8816-4FF2-8401-DDD8EA7E38A3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6A6E5-C175-4DFE-8974-962B09F3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8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0EAE-8816-4FF2-8401-DDD8EA7E38A3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6A6E5-C175-4DFE-8974-962B09F3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100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0EAE-8816-4FF2-8401-DDD8EA7E38A3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6A6E5-C175-4DFE-8974-962B09F3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64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0EAE-8816-4FF2-8401-DDD8EA7E38A3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6A6E5-C175-4DFE-8974-962B09F3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034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F0EAE-8816-4FF2-8401-DDD8EA7E38A3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6A6E5-C175-4DFE-8974-962B09F39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7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ma"/><Relationship Id="rId1" Type="http://schemas.microsoft.com/office/2007/relationships/media" Target="../media/media1.wm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wma"/><Relationship Id="rId1" Type="http://schemas.microsoft.com/office/2007/relationships/media" Target="../media/media2.wm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wma"/><Relationship Id="rId1" Type="http://schemas.microsoft.com/office/2007/relationships/media" Target="../media/media3.wm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wma"/><Relationship Id="rId1" Type="http://schemas.microsoft.com/office/2007/relationships/media" Target="../media/media4.wm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wma"/><Relationship Id="rId1" Type="http://schemas.microsoft.com/office/2007/relationships/media" Target="../media/media5.wm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wma"/><Relationship Id="rId1" Type="http://schemas.microsoft.com/office/2007/relationships/media" Target="../media/media6.wm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Cause and Effect Essay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Lab 1</a:t>
            </a:r>
            <a:endParaRPr lang="en-US" dirty="0"/>
          </a:p>
        </p:txBody>
      </p:sp>
      <p:pic>
        <p:nvPicPr>
          <p:cNvPr id="6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58400" y="81756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98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51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Introduction</a:t>
            </a:r>
          </a:p>
          <a:p>
            <a:pPr lvl="1"/>
            <a:r>
              <a:rPr lang="en-US" dirty="0" smtClean="0"/>
              <a:t>Reader’s hook</a:t>
            </a:r>
          </a:p>
          <a:p>
            <a:pPr lvl="1"/>
            <a:r>
              <a:rPr lang="en-US" dirty="0" smtClean="0"/>
              <a:t>Lead in to thesis</a:t>
            </a:r>
          </a:p>
          <a:p>
            <a:pPr lvl="1"/>
            <a:r>
              <a:rPr lang="en-US" dirty="0" smtClean="0"/>
              <a:t>Thesis statement(Cause or Effects)</a:t>
            </a:r>
          </a:p>
          <a:p>
            <a:pPr lvl="1"/>
            <a:r>
              <a:rPr lang="en-US" dirty="0" smtClean="0"/>
              <a:t>Transitional Hook</a:t>
            </a:r>
            <a:endParaRPr lang="en-US" dirty="0"/>
          </a:p>
          <a:p>
            <a:r>
              <a:rPr lang="en-US" dirty="0" smtClean="0"/>
              <a:t>Body Paragraphs</a:t>
            </a:r>
          </a:p>
          <a:p>
            <a:pPr lvl="1"/>
            <a:r>
              <a:rPr lang="en-US" dirty="0" smtClean="0"/>
              <a:t>Topic sentence</a:t>
            </a:r>
          </a:p>
          <a:p>
            <a:pPr lvl="1"/>
            <a:r>
              <a:rPr lang="en-US" dirty="0" smtClean="0"/>
              <a:t>Major supporting details</a:t>
            </a:r>
          </a:p>
          <a:p>
            <a:pPr lvl="1"/>
            <a:r>
              <a:rPr lang="en-US" dirty="0" smtClean="0"/>
              <a:t>Minor supporting details</a:t>
            </a:r>
          </a:p>
          <a:p>
            <a:pPr lvl="1"/>
            <a:r>
              <a:rPr lang="en-US" dirty="0" smtClean="0"/>
              <a:t>Transitional hooks</a:t>
            </a:r>
          </a:p>
          <a:p>
            <a:r>
              <a:rPr lang="en-US" dirty="0" smtClean="0"/>
              <a:t>Conclusion</a:t>
            </a:r>
          </a:p>
          <a:p>
            <a:pPr lvl="1"/>
            <a:r>
              <a:rPr lang="en-US" dirty="0" smtClean="0"/>
              <a:t>Re-emphasis thesis</a:t>
            </a:r>
          </a:p>
          <a:p>
            <a:pPr lvl="1"/>
            <a:r>
              <a:rPr lang="en-US" dirty="0" smtClean="0"/>
              <a:t>Concluding remarks</a:t>
            </a:r>
          </a:p>
        </p:txBody>
      </p:sp>
      <p:pic>
        <p:nvPicPr>
          <p:cNvPr id="4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567916" y="120237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433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53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4307"/>
            <a:ext cx="10515600" cy="1325563"/>
          </a:xfrm>
        </p:spPr>
        <p:txBody>
          <a:bodyPr/>
          <a:lstStyle/>
          <a:p>
            <a:r>
              <a:rPr lang="en-US" dirty="0" smtClean="0"/>
              <a:t>Introductory paragraph</a:t>
            </a:r>
            <a:endParaRPr lang="en-US" dirty="0"/>
          </a:p>
        </p:txBody>
      </p:sp>
      <p:sp>
        <p:nvSpPr>
          <p:cNvPr id="5" name="Text Placeholder 9"/>
          <p:cNvSpPr>
            <a:spLocks noGrp="1"/>
          </p:cNvSpPr>
          <p:nvPr>
            <p:ph idx="1"/>
          </p:nvPr>
        </p:nvSpPr>
        <p:spPr>
          <a:xfrm>
            <a:off x="838199" y="1799870"/>
            <a:ext cx="3993108" cy="4486275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fontScale="77500" lnSpcReduction="20000"/>
          </a:bodyPr>
          <a:lstStyle/>
          <a:p>
            <a:r>
              <a:rPr lang="en-GB" sz="2000" b="1" dirty="0"/>
              <a:t>Reader’s Hook</a:t>
            </a:r>
            <a:r>
              <a:rPr lang="en-GB" sz="2000" dirty="0"/>
              <a:t> :  </a:t>
            </a:r>
            <a:r>
              <a:rPr lang="en-GB" sz="2000" b="1" dirty="0">
                <a:solidFill>
                  <a:srgbClr val="00B050"/>
                </a:solidFill>
              </a:rPr>
              <a:t>Question</a:t>
            </a:r>
            <a:r>
              <a:rPr lang="en-GB" sz="2000" dirty="0"/>
              <a:t> </a:t>
            </a:r>
          </a:p>
          <a:p>
            <a:endParaRPr lang="en-GB" sz="2000" dirty="0"/>
          </a:p>
          <a:p>
            <a:r>
              <a:rPr lang="en-GB" sz="2000" b="1" dirty="0"/>
              <a:t>Lead in to thesis statement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sz="2100" b="1" dirty="0">
                <a:solidFill>
                  <a:srgbClr val="FF0000"/>
                </a:solidFill>
              </a:rPr>
              <a:t>Thesis Statement</a:t>
            </a:r>
            <a:r>
              <a:rPr lang="en-GB" sz="2100" dirty="0">
                <a:solidFill>
                  <a:srgbClr val="FF0000"/>
                </a:solidFill>
              </a:rPr>
              <a:t>: </a:t>
            </a:r>
          </a:p>
          <a:p>
            <a:r>
              <a:rPr lang="en-GB" sz="1800" b="1" dirty="0"/>
              <a:t>Subject </a:t>
            </a:r>
            <a:r>
              <a:rPr lang="en-GB" sz="1800" dirty="0"/>
              <a:t>: Afghan War</a:t>
            </a:r>
          </a:p>
          <a:p>
            <a:r>
              <a:rPr lang="en-GB" sz="1800" b="1" dirty="0"/>
              <a:t>Perspective:  </a:t>
            </a:r>
            <a:r>
              <a:rPr lang="en-GB" sz="1800" dirty="0"/>
              <a:t>Effects of Afghan War on Pakistan </a:t>
            </a:r>
          </a:p>
          <a:p>
            <a:endParaRPr lang="en-GB" sz="1800" dirty="0"/>
          </a:p>
          <a:p>
            <a:r>
              <a:rPr lang="en-GB" sz="1800" b="1" dirty="0"/>
              <a:t>3 points: 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GB" sz="1800" dirty="0"/>
              <a:t>Military Aid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GB" sz="1800" dirty="0"/>
              <a:t>Afghan refugees in Pakistan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GB" sz="1800" dirty="0"/>
              <a:t>Increase in religious extremism</a:t>
            </a:r>
          </a:p>
          <a:p>
            <a:pPr marL="342900" indent="-342900">
              <a:buAutoNum type="arabicPeriod"/>
            </a:pPr>
            <a:r>
              <a:rPr lang="en-GB" sz="1800" dirty="0"/>
              <a:t> </a:t>
            </a:r>
          </a:p>
        </p:txBody>
      </p:sp>
      <p:sp>
        <p:nvSpPr>
          <p:cNvPr id="6" name="Content Placeholder 8"/>
          <p:cNvSpPr txBox="1">
            <a:spLocks/>
          </p:cNvSpPr>
          <p:nvPr/>
        </p:nvSpPr>
        <p:spPr>
          <a:xfrm>
            <a:off x="4831307" y="1799870"/>
            <a:ext cx="5418161" cy="4486275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sz="2600" b="1" dirty="0" smtClean="0">
                <a:solidFill>
                  <a:srgbClr val="00B050"/>
                </a:solidFill>
              </a:rPr>
              <a:t>Was the Afghan War actually a victory for Pakistan or did it have grave underlying consequences?</a:t>
            </a:r>
            <a:r>
              <a:rPr lang="en-US" sz="2600" dirty="0" smtClean="0"/>
              <a:t> This war was the part of a proxy war in the “Cold War” conflict. Wars being massive encounters often bring major changes.</a:t>
            </a:r>
            <a:r>
              <a:rPr lang="en-US" sz="2600" b="1" dirty="0" smtClean="0">
                <a:solidFill>
                  <a:srgbClr val="00B050"/>
                </a:solidFill>
              </a:rPr>
              <a:t> </a:t>
            </a:r>
            <a:r>
              <a:rPr lang="en-US" sz="2600" b="1" dirty="0" smtClean="0">
                <a:solidFill>
                  <a:srgbClr val="FF0000"/>
                </a:solidFill>
              </a:rPr>
              <a:t>The Afghan War had serious aftershocks, it  resulted in military aid, brought millions of Afghan refugees and led to an increase in religious extremism in Pakistan.</a:t>
            </a:r>
            <a:r>
              <a:rPr lang="en-US" sz="2600" b="1" dirty="0" smtClean="0">
                <a:solidFill>
                  <a:srgbClr val="00B050"/>
                </a:solidFill>
              </a:rPr>
              <a:t> </a:t>
            </a:r>
            <a:endParaRPr lang="en-GB" sz="2600" b="1" dirty="0">
              <a:solidFill>
                <a:srgbClr val="0070C0"/>
              </a:solidFill>
            </a:endParaRPr>
          </a:p>
        </p:txBody>
      </p:sp>
      <p:pic>
        <p:nvPicPr>
          <p:cNvPr id="9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90244" y="83228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25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04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Thesis 1</a:t>
            </a:r>
          </a:p>
          <a:p>
            <a:pPr marL="0" indent="0">
              <a:buNone/>
            </a:pPr>
            <a:r>
              <a:rPr lang="en-US" dirty="0" smtClean="0"/>
              <a:t>The recent increase in childhood obesity has resulted in children suffering from numerous health problems, including high blood pressure, elevated cholesterol and an increased risk of cardiovascular disease.</a:t>
            </a:r>
          </a:p>
          <a:p>
            <a:r>
              <a:rPr lang="en-US" dirty="0" smtClean="0"/>
              <a:t>Thesis 2</a:t>
            </a:r>
          </a:p>
          <a:p>
            <a:pPr marL="0" indent="0">
              <a:buNone/>
            </a:pPr>
            <a:r>
              <a:rPr lang="en-US" dirty="0" smtClean="0"/>
              <a:t>Due to overconsumption of highly processed food, childhood obesity is becoming epidemic and leaving children with </a:t>
            </a:r>
            <a:r>
              <a:rPr lang="en-US" dirty="0" smtClean="0"/>
              <a:t>numerous health problems, such as high blood pressure, elevated cholesterol and an increased risk of cardiovascular disease.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093958" y="62665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635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759" y="2047165"/>
            <a:ext cx="10515600" cy="2018424"/>
          </a:xfrm>
        </p:spPr>
        <p:txBody>
          <a:bodyPr/>
          <a:lstStyle/>
          <a:p>
            <a:r>
              <a:rPr lang="en-US" dirty="0" smtClean="0"/>
              <a:t>Cause and Effect Essay Presentations</a:t>
            </a:r>
            <a:br>
              <a:rPr lang="en-US" dirty="0" smtClean="0"/>
            </a:br>
            <a:r>
              <a:rPr lang="en-US" dirty="0" smtClean="0"/>
              <a:t>					</a:t>
            </a:r>
            <a:r>
              <a:rPr lang="en-US" sz="2800" dirty="0" smtClean="0"/>
              <a:t>Lab 2</a:t>
            </a:r>
            <a:endParaRPr lang="en-US" sz="2800" dirty="0"/>
          </a:p>
        </p:txBody>
      </p:sp>
      <p:pic>
        <p:nvPicPr>
          <p:cNvPr id="5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07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3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Instructions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Pair Presentations</a:t>
            </a:r>
          </a:p>
          <a:p>
            <a:r>
              <a:rPr lang="en-US" dirty="0" smtClean="0"/>
              <a:t>Power point presentation</a:t>
            </a:r>
          </a:p>
          <a:p>
            <a:r>
              <a:rPr lang="en-US" dirty="0" smtClean="0"/>
              <a:t>5-7 min to present</a:t>
            </a:r>
          </a:p>
          <a:p>
            <a:r>
              <a:rPr lang="en-US" dirty="0" smtClean="0"/>
              <a:t>You can put your camera off during presentations</a:t>
            </a:r>
            <a:endParaRPr lang="en-US" dirty="0"/>
          </a:p>
        </p:txBody>
      </p:sp>
      <p:pic>
        <p:nvPicPr>
          <p:cNvPr id="4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05349" y="264652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960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01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245</Words>
  <Application>Microsoft Office PowerPoint</Application>
  <PresentationFormat>Widescreen</PresentationFormat>
  <Paragraphs>43</Paragraphs>
  <Slides>6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Cause and Effect Essay</vt:lpstr>
      <vt:lpstr>Outline </vt:lpstr>
      <vt:lpstr>Introductory paragraph</vt:lpstr>
      <vt:lpstr>PowerPoint Presentation</vt:lpstr>
      <vt:lpstr>Cause and Effect Essay Presentations      Lab 2</vt:lpstr>
      <vt:lpstr>Instructions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Cause and Effect Essay</dc:title>
  <dc:creator>Ayesha shafiq</dc:creator>
  <cp:lastModifiedBy>Ayesha shafiq</cp:lastModifiedBy>
  <cp:revision>8</cp:revision>
  <dcterms:created xsi:type="dcterms:W3CDTF">2020-12-09T05:16:34Z</dcterms:created>
  <dcterms:modified xsi:type="dcterms:W3CDTF">2020-12-09T05:59:44Z</dcterms:modified>
</cp:coreProperties>
</file>