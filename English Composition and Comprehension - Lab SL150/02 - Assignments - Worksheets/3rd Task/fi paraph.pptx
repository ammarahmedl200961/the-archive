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9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73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1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4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80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3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9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52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0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5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0B683-CF73-4AAB-8317-C96D6F0DFF6F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D3A16-9799-44CD-887C-EF0ECBE6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1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02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more than 1000 bicycling deaths each year, three-fourths are caused by head injuries. Half of those killed are school-age children. One study concluded that wearing a bike helmet can reduce the risk of head injury by 85 percent. In an accident, a bike helmet absorbs the shock and cushions the head. From Peter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Plagens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"Bike Helmets: Unused Lifesavers," Consumer Reports (May 1990): 348.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64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Students frequently overuse direct quotation in taking notes, and as a result they overuse quotations in the final [research] paper. Probably only about 10% of your final manuscript should appear as directly quoted matter. Therefore, you should strive to limit the amount of exact transcribing of source materials while taking notes. Lester, James D. </a:t>
            </a:r>
            <a:r>
              <a:rPr lang="en-US" i="1" dirty="0" smtClean="0"/>
              <a:t>Writing Research Papers</a:t>
            </a:r>
            <a:r>
              <a:rPr lang="en-US" dirty="0" smtClean="0"/>
              <a:t>. 2nd ed., 1976, pp. </a:t>
            </a:r>
            <a:r>
              <a:rPr lang="en-US" smtClean="0"/>
              <a:t>46-47.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43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shafiq</dc:creator>
  <cp:lastModifiedBy>Ayesha shafiq</cp:lastModifiedBy>
  <cp:revision>1</cp:revision>
  <dcterms:created xsi:type="dcterms:W3CDTF">2020-11-12T03:16:58Z</dcterms:created>
  <dcterms:modified xsi:type="dcterms:W3CDTF">2020-11-12T03:17:13Z</dcterms:modified>
</cp:coreProperties>
</file>