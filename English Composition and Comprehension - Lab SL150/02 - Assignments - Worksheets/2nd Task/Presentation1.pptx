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629AD45-B685-4147-9D26-051DC9C9E761}"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2408094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29AD45-B685-4147-9D26-051DC9C9E761}"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129814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29AD45-B685-4147-9D26-051DC9C9E761}"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317101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629AD45-B685-4147-9D26-051DC9C9E761}"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73831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629AD45-B685-4147-9D26-051DC9C9E761}" type="datetimeFigureOut">
              <a:rPr lang="en-US" smtClean="0"/>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36617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629AD45-B685-4147-9D26-051DC9C9E761}" type="datetimeFigureOut">
              <a:rPr lang="en-US" smtClean="0"/>
              <a:t>10/7/2020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2894773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29AD45-B685-4147-9D26-051DC9C9E761}" type="datetimeFigureOut">
              <a:rPr lang="en-US" smtClean="0"/>
              <a:t>10/7/2020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3223750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29AD45-B685-4147-9D26-051DC9C9E761}"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2749721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29AD45-B685-4147-9D26-051DC9C9E761}" type="datetimeFigureOut">
              <a:rPr lang="en-US" smtClean="0"/>
              <a:t>10/7/2020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384272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29AD45-B685-4147-9D26-051DC9C9E761}"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308956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29AD45-B685-4147-9D26-051DC9C9E761}" type="datetimeFigureOut">
              <a:rPr lang="en-US" smtClean="0"/>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9542F7-D75F-4031-9544-AB493CD1EBBA}" type="slidenum">
              <a:rPr lang="en-US" smtClean="0"/>
              <a:t>‹#›</a:t>
            </a:fld>
            <a:endParaRPr lang="en-US"/>
          </a:p>
        </p:txBody>
      </p:sp>
    </p:spTree>
    <p:extLst>
      <p:ext uri="{BB962C8B-B14F-4D97-AF65-F5344CB8AC3E}">
        <p14:creationId xmlns:p14="http://schemas.microsoft.com/office/powerpoint/2010/main" val="178394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29AD45-B685-4147-9D26-051DC9C9E761}" type="datetimeFigureOut">
              <a:rPr lang="en-US" smtClean="0"/>
              <a:t>10/7/2020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9542F7-D75F-4031-9544-AB493CD1EBBA}" type="slidenum">
              <a:rPr lang="en-US" smtClean="0"/>
              <a:t>‹#›</a:t>
            </a:fld>
            <a:endParaRPr lang="en-US"/>
          </a:p>
        </p:txBody>
      </p:sp>
    </p:spTree>
    <p:extLst>
      <p:ext uri="{BB962C8B-B14F-4D97-AF65-F5344CB8AC3E}">
        <p14:creationId xmlns:p14="http://schemas.microsoft.com/office/powerpoint/2010/main" val="2516475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30065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a:t>Before the advent of computers and modern technology, people communicating over long distances used traditional means such as letters and the telephone. Nowadays, we have a vast array of communication tools which can complete this task, ranging from email to instant messaging and video calls. While, the present and previous means of communication are alike in their general form, they vary in regard to their speed and the range of tools available. Both methods relate to the form of communication. In the past, both written forms such as letters were frequently used, in addition to oral forms such as telephone calls. Likewise, people nowadays use both of these forms. Just as in the past, written forms of communication are prevalent, for example via email and text messaging. In addition, oral forms are still used, including the telephone, mobile phone, and voice messages via instant messaging services.</a:t>
            </a:r>
          </a:p>
          <a:p>
            <a:r>
              <a:rPr lang="en-US" dirty="0" smtClean="0"/>
              <a:t>Write clue words for pattern of organization</a:t>
            </a:r>
            <a:endParaRPr lang="en-US" dirty="0"/>
          </a:p>
        </p:txBody>
      </p:sp>
    </p:spTree>
    <p:extLst>
      <p:ext uri="{BB962C8B-B14F-4D97-AF65-F5344CB8AC3E}">
        <p14:creationId xmlns:p14="http://schemas.microsoft.com/office/powerpoint/2010/main" val="361798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 feel indignant when I see some people throwing trash bags in public places. Having picnics at beaches and lakes is unenjoyable because of sickening smells. Plastic cups and cases are spattered on the green lawn though a lot of trash tanks spread in the garden. The most infuriating scene is when I see some people arrive to the tank, but they put the trash out of it on the ground. They growl if I ask them to put it in its place. Moreover, some of them throw tissues and water bottles by windows while driving cars. All these behaviors signify their selfishness and careless of others' rights, for no hard fine charged on them.</a:t>
            </a:r>
          </a:p>
          <a:p>
            <a:r>
              <a:rPr lang="en-US" dirty="0" smtClean="0"/>
              <a:t>Write clue words for tone.</a:t>
            </a:r>
            <a:endParaRPr lang="en-US" dirty="0"/>
          </a:p>
        </p:txBody>
      </p:sp>
    </p:spTree>
    <p:extLst>
      <p:ext uri="{BB962C8B-B14F-4D97-AF65-F5344CB8AC3E}">
        <p14:creationId xmlns:p14="http://schemas.microsoft.com/office/powerpoint/2010/main" val="545053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191</Words>
  <Application>Microsoft Office PowerPoint</Application>
  <PresentationFormat>Widescreen</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 shafiq</dc:creator>
  <cp:lastModifiedBy>Ayesha shafiq</cp:lastModifiedBy>
  <cp:revision>2</cp:revision>
  <dcterms:created xsi:type="dcterms:W3CDTF">2020-10-07T03:46:12Z</dcterms:created>
  <dcterms:modified xsi:type="dcterms:W3CDTF">2020-10-07T03:53:06Z</dcterms:modified>
</cp:coreProperties>
</file>