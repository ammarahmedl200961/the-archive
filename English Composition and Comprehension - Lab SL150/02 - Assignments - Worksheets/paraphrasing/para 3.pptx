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04E40C-03A4-42AA-8314-0547E44F65F4}"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115079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04E40C-03A4-42AA-8314-0547E44F65F4}"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440020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04E40C-03A4-42AA-8314-0547E44F65F4}"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14008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04E40C-03A4-42AA-8314-0547E44F65F4}"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538614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04E40C-03A4-42AA-8314-0547E44F65F4}" type="datetimeFigureOut">
              <a:rPr lang="en-US" smtClean="0"/>
              <a:t>11/18/2020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714873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04E40C-03A4-42AA-8314-0547E44F65F4}" type="datetimeFigureOut">
              <a:rPr lang="en-US" smtClean="0"/>
              <a:t>11/18/2020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1857079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04E40C-03A4-42AA-8314-0547E44F65F4}" type="datetimeFigureOut">
              <a:rPr lang="en-US" smtClean="0"/>
              <a:t>11/18/2020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2818519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04E40C-03A4-42AA-8314-0547E44F65F4}"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4155260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04E40C-03A4-42AA-8314-0547E44F65F4}"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397046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04E40C-03A4-42AA-8314-0547E44F65F4}"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827427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04E40C-03A4-42AA-8314-0547E44F65F4}"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0F139B-0C56-4460-AE89-69C3005D2F1B}" type="slidenum">
              <a:rPr lang="en-US" smtClean="0"/>
              <a:t>‹#›</a:t>
            </a:fld>
            <a:endParaRPr lang="en-US"/>
          </a:p>
        </p:txBody>
      </p:sp>
    </p:spTree>
    <p:extLst>
      <p:ext uri="{BB962C8B-B14F-4D97-AF65-F5344CB8AC3E}">
        <p14:creationId xmlns:p14="http://schemas.microsoft.com/office/powerpoint/2010/main" val="189622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04E40C-03A4-42AA-8314-0547E44F65F4}" type="datetimeFigureOut">
              <a:rPr lang="en-US" smtClean="0"/>
              <a:t>11/18/2020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F139B-0C56-4460-AE89-69C3005D2F1B}" type="slidenum">
              <a:rPr lang="en-US" smtClean="0"/>
              <a:t>‹#›</a:t>
            </a:fld>
            <a:endParaRPr lang="en-US"/>
          </a:p>
        </p:txBody>
      </p:sp>
    </p:spTree>
    <p:extLst>
      <p:ext uri="{BB962C8B-B14F-4D97-AF65-F5344CB8AC3E}">
        <p14:creationId xmlns:p14="http://schemas.microsoft.com/office/powerpoint/2010/main" val="2288576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98410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Illiteracy is a problem in many of the world’s poorest countries.  Even in wealthier nations like the United States, many children struggle with reading and writing.  But in 19 cities across the country, the volunteers of Experience Corps are helping youngsters learn to read.  The volunteers, all over 50, work with students in low-income </a:t>
            </a:r>
            <a:r>
              <a:rPr lang="en-US" dirty="0" err="1" smtClean="0"/>
              <a:t>areas.From</a:t>
            </a:r>
            <a:r>
              <a:rPr lang="en-US" dirty="0" smtClean="0"/>
              <a:t> ‘Older Volunteers Help Children Learn to Read’ By </a:t>
            </a:r>
            <a:r>
              <a:rPr lang="en-US" smtClean="0"/>
              <a:t>Deborah Block March </a:t>
            </a:r>
            <a:r>
              <a:rPr lang="en-US" dirty="0" smtClean="0"/>
              <a:t>21, 2013 06:05 PM</a:t>
            </a:r>
            <a:endParaRPr lang="en-US" dirty="0"/>
          </a:p>
        </p:txBody>
      </p:sp>
    </p:spTree>
    <p:extLst>
      <p:ext uri="{BB962C8B-B14F-4D97-AF65-F5344CB8AC3E}">
        <p14:creationId xmlns:p14="http://schemas.microsoft.com/office/powerpoint/2010/main" val="512712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Words>
  <Application>Microsoft Office PowerPoint</Application>
  <PresentationFormat>Widescreen</PresentationFormat>
  <Paragraphs>1</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 shafiq</dc:creator>
  <cp:lastModifiedBy>Ayesha shafiq</cp:lastModifiedBy>
  <cp:revision>1</cp:revision>
  <dcterms:created xsi:type="dcterms:W3CDTF">2020-11-18T03:17:03Z</dcterms:created>
  <dcterms:modified xsi:type="dcterms:W3CDTF">2020-11-18T03:17:32Z</dcterms:modified>
</cp:coreProperties>
</file>