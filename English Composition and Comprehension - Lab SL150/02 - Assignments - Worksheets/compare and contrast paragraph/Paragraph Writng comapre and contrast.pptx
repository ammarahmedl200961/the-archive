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6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78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7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3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0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2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4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5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0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2DB73-F956-4178-A515-2BD09CBDFAAE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422C5-D752-4003-9E41-A803CCFB7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2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nsider.com/spacex-starlink-satellite-internet-beta-testing-public-service-licensing-military-2020-10" TargetMode="External"/><Relationship Id="rId2" Type="http://schemas.openxmlformats.org/officeDocument/2006/relationships/hyperlink" Target="https://www.starlin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www.reviews.org/internet-service/spacex-starlink-satellite-internet-review/" TargetMode="External"/><Relationship Id="rId4" Type="http://schemas.openxmlformats.org/officeDocument/2006/relationships/hyperlink" Target="https://www.zdnet.com/article/elon-musks-spacex-we-now-want-to-bring-starlink-internet-from-space-to-5-million-in-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3" y="0"/>
            <a:ext cx="10515600" cy="957263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and Contrast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paragrah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(140-150 words) on</a:t>
            </a:r>
            <a:b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Cable net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3" y="957263"/>
            <a:ext cx="11972925" cy="52197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 at least 4 articles during the online class. Following links could be referred as well.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https://www.starlink.com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www.businessinsider.com/spacex-starlink-satellite-internet-beta-testing-public-service-licensing-military-2020-10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https://www.zdnet.com/article/elon-musks-spacex-we-now-want-to-bring-starlink-internet-from-space-to-5-million-in-us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https://www.reviews.org/internet-service/spacex-starlink-satellite-internet-review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/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ncircle the transitions that reflect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and contrast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</a:p>
          <a:p>
            <a:pPr marL="0" indent="0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Underline the major supporting details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13" y="4992729"/>
            <a:ext cx="10540898" cy="19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Write a Compare and Contrast paragrah (140-150 words) on “SpaceX Internet and Cable net ”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Husnain Raza</dc:creator>
  <cp:lastModifiedBy>Ayesha shafiq</cp:lastModifiedBy>
  <cp:revision>20</cp:revision>
  <dcterms:created xsi:type="dcterms:W3CDTF">2020-09-20T11:27:14Z</dcterms:created>
  <dcterms:modified xsi:type="dcterms:W3CDTF">2020-10-28T05:13:35Z</dcterms:modified>
</cp:coreProperties>
</file>