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a62def60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a62def60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eb2.uvcs.uvic.ca/courses/elc/studyzone/330/grammar/comma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 Practice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https://web2.uvcs.uvic.ca/courses/elc/studyzone/330/grammar/comma.htm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