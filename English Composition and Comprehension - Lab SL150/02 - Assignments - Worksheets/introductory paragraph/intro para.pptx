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7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4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5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1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7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1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3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2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5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2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32AB2-305B-4447-A391-4EA0408BBD8C}" type="datetimeFigureOut">
              <a:rPr lang="en-US" smtClean="0"/>
              <a:t>11/18/2020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C5CE7-BF6B-4ACB-9BB1-FABF53ACA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0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0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introductory paragraphs of expository essay by using three types of reader’s hook</a:t>
            </a:r>
          </a:p>
          <a:p>
            <a:r>
              <a:rPr lang="en-US" dirty="0"/>
              <a:t> Q</a:t>
            </a:r>
            <a:r>
              <a:rPr lang="en-US" dirty="0" smtClean="0"/>
              <a:t>uestion</a:t>
            </a:r>
          </a:p>
          <a:p>
            <a:r>
              <a:rPr lang="en-US" dirty="0"/>
              <a:t>F</a:t>
            </a:r>
            <a:r>
              <a:rPr lang="en-US" dirty="0" smtClean="0"/>
              <a:t>act</a:t>
            </a:r>
          </a:p>
          <a:p>
            <a:r>
              <a:rPr lang="en-US" dirty="0" smtClean="0"/>
              <a:t>Anecdote</a:t>
            </a:r>
          </a:p>
          <a:p>
            <a:r>
              <a:rPr lang="en-US" smtClean="0"/>
              <a:t>Topic:Explain</a:t>
            </a:r>
            <a:r>
              <a:rPr lang="en-US" dirty="0" smtClean="0"/>
              <a:t> the likely consequences of skipping classes at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shafiq</dc:creator>
  <cp:lastModifiedBy>Ayesha shafiq</cp:lastModifiedBy>
  <cp:revision>2</cp:revision>
  <dcterms:created xsi:type="dcterms:W3CDTF">2020-11-18T03:35:15Z</dcterms:created>
  <dcterms:modified xsi:type="dcterms:W3CDTF">2020-11-18T03:35:44Z</dcterms:modified>
</cp:coreProperties>
</file>