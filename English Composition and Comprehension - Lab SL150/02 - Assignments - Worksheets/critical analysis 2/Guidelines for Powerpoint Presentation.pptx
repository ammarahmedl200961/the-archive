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FA212-B0E0-4F19-95EF-350907D9B9DE}" type="datetimeFigureOut">
              <a:rPr lang="en-US" smtClean="0"/>
              <a:t>11/3/2020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0B297-6D29-4683-9BC7-2509601C8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388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FA212-B0E0-4F19-95EF-350907D9B9DE}" type="datetimeFigureOut">
              <a:rPr lang="en-US" smtClean="0"/>
              <a:t>11/3/2020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0B297-6D29-4683-9BC7-2509601C8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050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FA212-B0E0-4F19-95EF-350907D9B9DE}" type="datetimeFigureOut">
              <a:rPr lang="en-US" smtClean="0"/>
              <a:t>11/3/2020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0B297-6D29-4683-9BC7-2509601C8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385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FA212-B0E0-4F19-95EF-350907D9B9DE}" type="datetimeFigureOut">
              <a:rPr lang="en-US" smtClean="0"/>
              <a:t>11/3/2020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0B297-6D29-4683-9BC7-2509601C8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634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FA212-B0E0-4F19-95EF-350907D9B9DE}" type="datetimeFigureOut">
              <a:rPr lang="en-US" smtClean="0"/>
              <a:t>11/3/2020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0B297-6D29-4683-9BC7-2509601C8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130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FA212-B0E0-4F19-95EF-350907D9B9DE}" type="datetimeFigureOut">
              <a:rPr lang="en-US" smtClean="0"/>
              <a:t>11/3/2020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0B297-6D29-4683-9BC7-2509601C8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645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FA212-B0E0-4F19-95EF-350907D9B9DE}" type="datetimeFigureOut">
              <a:rPr lang="en-US" smtClean="0"/>
              <a:t>11/3/2020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0B297-6D29-4683-9BC7-2509601C8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06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FA212-B0E0-4F19-95EF-350907D9B9DE}" type="datetimeFigureOut">
              <a:rPr lang="en-US" smtClean="0"/>
              <a:t>11/3/2020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0B297-6D29-4683-9BC7-2509601C8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758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FA212-B0E0-4F19-95EF-350907D9B9DE}" type="datetimeFigureOut">
              <a:rPr lang="en-US" smtClean="0"/>
              <a:t>11/3/2020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0B297-6D29-4683-9BC7-2509601C8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648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FA212-B0E0-4F19-95EF-350907D9B9DE}" type="datetimeFigureOut">
              <a:rPr lang="en-US" smtClean="0"/>
              <a:t>11/3/2020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0B297-6D29-4683-9BC7-2509601C8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369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FA212-B0E0-4F19-95EF-350907D9B9DE}" type="datetimeFigureOut">
              <a:rPr lang="en-US" smtClean="0"/>
              <a:t>11/3/2020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0B297-6D29-4683-9BC7-2509601C8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412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FFA212-B0E0-4F19-95EF-350907D9B9DE}" type="datetimeFigureOut">
              <a:rPr lang="en-US" smtClean="0"/>
              <a:t>11/3/2020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E0B297-6D29-4683-9BC7-2509601C8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867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Guidelines for </a:t>
            </a:r>
            <a:r>
              <a:rPr lang="en-US" dirty="0" err="1" smtClean="0"/>
              <a:t>Powerpoint</a:t>
            </a:r>
            <a:r>
              <a:rPr lang="en-US" dirty="0" smtClean="0"/>
              <a:t> Presentation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299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Five to six Bullet points with phrases only for each slide.</a:t>
            </a:r>
          </a:p>
          <a:p>
            <a:r>
              <a:rPr lang="en-US" dirty="0"/>
              <a:t>Heading size = 36-38 (Times New Roman Bold)</a:t>
            </a:r>
          </a:p>
          <a:p>
            <a:r>
              <a:rPr lang="en-US" dirty="0"/>
              <a:t>Text size = 26-28 (Times New Roman)</a:t>
            </a:r>
          </a:p>
          <a:p>
            <a:r>
              <a:rPr lang="en-US" dirty="0"/>
              <a:t>Use images as background</a:t>
            </a:r>
          </a:p>
          <a:p>
            <a:r>
              <a:rPr lang="en-US" dirty="0"/>
              <a:t>Avoid bringing two sections of analysis in one slide (i.e. introduction and analysis)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176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55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Guidelines for 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Guidelines for Powerpoint Presentation</dc:title>
  <dc:creator>Ayesha shafiq</dc:creator>
  <cp:lastModifiedBy>Ayesha shafiq</cp:lastModifiedBy>
  <cp:revision>3</cp:revision>
  <dcterms:created xsi:type="dcterms:W3CDTF">2020-11-03T18:52:43Z</dcterms:created>
  <dcterms:modified xsi:type="dcterms:W3CDTF">2020-11-03T19:16:17Z</dcterms:modified>
</cp:coreProperties>
</file>