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a5d580c69f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a5d580c69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a5d580c69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a5d580c69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a5d580c69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a5d580c69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a5d580c69f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a5d580c69f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a5d580c69f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a5d580c69f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a5d580c69f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a5d580c69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Topic: Impact of online education on students’ Learning during Covid 19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4507550" y="44345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Ammar Ahmed  20L-0961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824000" y="-29117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Online education will be the future of modern education.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4"/>
          <p:cNvSpPr txBox="1"/>
          <p:nvPr>
            <p:ph idx="4294967295" type="body"/>
          </p:nvPr>
        </p:nvSpPr>
        <p:spPr>
          <a:xfrm>
            <a:off x="1303800" y="14566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Maven Pro"/>
                <a:ea typeface="Maven Pro"/>
                <a:cs typeface="Maven Pro"/>
                <a:sym typeface="Maven Pro"/>
              </a:rPr>
              <a:t>Thesis Statement:</a:t>
            </a:r>
            <a:endParaRPr b="1" sz="28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education is the catalyst for future learning as it is easy to use, it takes one click to set up and students can take classes with convenience.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view will be an expository style, as i will be describing how the new medium of teaching will be ‘the future’.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-51977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5"/>
          <p:cNvSpPr txBox="1"/>
          <p:nvPr>
            <p:ph idx="4294967295" type="body"/>
          </p:nvPr>
        </p:nvSpPr>
        <p:spPr>
          <a:xfrm>
            <a:off x="1303800" y="1422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“I once missed my class...”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Most of the students do </a:t>
            </a: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know the general layout of the classes and the large timetable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online classes fixes all that.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824000" y="-6257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Online education is based on simple video-conferencing software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6"/>
          <p:cNvSpPr txBox="1"/>
          <p:nvPr>
            <p:ph idx="4294967295" type="body"/>
          </p:nvPr>
        </p:nvSpPr>
        <p:spPr>
          <a:xfrm>
            <a:off x="1303800" y="1609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It is a known fact that Technology is advancing.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Video-conferencing software is no tailor-made.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Most </a:t>
            </a: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institutes</a:t>
            </a: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 use their own software.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Setting up requires no fancy IT skills.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824000" y="-6257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Online education is simple to use, classes can be joined by the click of a button.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7"/>
          <p:cNvSpPr txBox="1"/>
          <p:nvPr>
            <p:ph idx="4294967295" type="body"/>
          </p:nvPr>
        </p:nvSpPr>
        <p:spPr>
          <a:xfrm>
            <a:off x="1303800" y="1609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Students need to install the respective software.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Software is cross-platform. (phone, tablet, PC)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Classes are mostly recorded so it is convenient.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160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Classes can be joined easily.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824000" y="-29117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Online classes can be taken anywhere.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8"/>
          <p:cNvSpPr txBox="1"/>
          <p:nvPr>
            <p:ph idx="4294967295" type="body"/>
          </p:nvPr>
        </p:nvSpPr>
        <p:spPr>
          <a:xfrm>
            <a:off x="1303800" y="10756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Students taking classes from US study here.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Classes are mostly recorded for students.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Classes can be taken anywhere.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Eliminates need for hostels.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1600"/>
              </a:spcAft>
              <a:buSzPts val="2600"/>
              <a:buFont typeface="Times New Roman"/>
              <a:buChar char="●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Classes can be taken outside also.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88625" y="-59887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88625" y="9597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conclude.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classes are easy to use and have a simple interface.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are flexible.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Char char="●"/>
            </a:pPr>
            <a:r>
              <a:rPr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are mostly at convenience.</a:t>
            </a:r>
            <a:endParaRPr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