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A1100-4230-4993-AA61-3502E6C0E5C9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C61D8-18DB-4120-9E00-AA43EFF12B0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411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A1100-4230-4993-AA61-3502E6C0E5C9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C61D8-18DB-4120-9E00-AA43EFF1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6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A1100-4230-4993-AA61-3502E6C0E5C9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C61D8-18DB-4120-9E00-AA43EFF12B0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1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A1100-4230-4993-AA61-3502E6C0E5C9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C61D8-18DB-4120-9E00-AA43EFF1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0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A1100-4230-4993-AA61-3502E6C0E5C9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C61D8-18DB-4120-9E00-AA43EFF1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40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A1100-4230-4993-AA61-3502E6C0E5C9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C61D8-18DB-4120-9E00-AA43EFF1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66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A1100-4230-4993-AA61-3502E6C0E5C9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C61D8-18DB-4120-9E00-AA43EFF1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48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A3A1100-4230-4993-AA61-3502E6C0E5C9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5C61D8-18DB-4120-9E00-AA43EFF1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76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A1100-4230-4993-AA61-3502E6C0E5C9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C61D8-18DB-4120-9E00-AA43EFF1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41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A1100-4230-4993-AA61-3502E6C0E5C9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C61D8-18DB-4120-9E00-AA43EFF1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96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A1100-4230-4993-AA61-3502E6C0E5C9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C61D8-18DB-4120-9E00-AA43EFF1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5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A3A1100-4230-4993-AA61-3502E6C0E5C9}" type="datetimeFigureOut">
              <a:rPr lang="en-US" smtClean="0"/>
              <a:t>3/24/2024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B5C61D8-18DB-4120-9E00-AA43EFF12B0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10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1.png"/><Relationship Id="rId7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LSTM</a:t>
            </a:r>
            <a:r>
              <a:rPr lang="en-US" sz="2400" dirty="0" smtClean="0"/>
              <a:t>(EXAMPLE)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 smtClean="0"/>
              <a:t>BY HAMAD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530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961" y="728596"/>
            <a:ext cx="7465397" cy="5298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0443" y="205376"/>
            <a:ext cx="32104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LSTM Architecture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496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67" y="144752"/>
            <a:ext cx="4160008" cy="245677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596" y="1500321"/>
            <a:ext cx="8160524" cy="435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201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43" y="264888"/>
            <a:ext cx="3259093" cy="4692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594" y="873550"/>
            <a:ext cx="4713150" cy="32992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38" y="1385753"/>
            <a:ext cx="2444835" cy="11771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464" y="1385753"/>
            <a:ext cx="3428261" cy="103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187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48" y="247352"/>
            <a:ext cx="2099592" cy="6141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811" y="861517"/>
            <a:ext cx="4559731" cy="31695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132" y="2114189"/>
            <a:ext cx="3809133" cy="6642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848" y="2235791"/>
            <a:ext cx="2528132" cy="108524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7081" y="3831520"/>
            <a:ext cx="751089" cy="116548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5131" y="2974269"/>
            <a:ext cx="3195511" cy="154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08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73" y="195196"/>
            <a:ext cx="1824909" cy="4487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673" y="643944"/>
            <a:ext cx="4711915" cy="32367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805" y="1972614"/>
            <a:ext cx="4065195" cy="9912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882" y="2199606"/>
            <a:ext cx="2528132" cy="108524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8128" y="3747402"/>
            <a:ext cx="751089" cy="116548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6805" y="504289"/>
            <a:ext cx="2639852" cy="13502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8"/>
          <a:srcRect b="7063"/>
          <a:stretch/>
        </p:blipFill>
        <p:spPr>
          <a:xfrm>
            <a:off x="8126805" y="3284853"/>
            <a:ext cx="3971239" cy="101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40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131" y="1141386"/>
            <a:ext cx="4764586" cy="30040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366" y="1714780"/>
            <a:ext cx="3623286" cy="6475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47" y="2052535"/>
            <a:ext cx="2444835" cy="11771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2529" y="4145451"/>
            <a:ext cx="2639852" cy="13502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/>
          <a:srcRect b="7063"/>
          <a:stretch/>
        </p:blipFill>
        <p:spPr>
          <a:xfrm>
            <a:off x="5263898" y="311273"/>
            <a:ext cx="3971239" cy="10166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2220" y="2362346"/>
            <a:ext cx="3275580" cy="9893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70" y="4188453"/>
            <a:ext cx="2612812" cy="126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94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39" y="108933"/>
            <a:ext cx="2214136" cy="5865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844" y="695459"/>
            <a:ext cx="4476540" cy="32681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8929" y="2329533"/>
            <a:ext cx="3826956" cy="1081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11" y="2132760"/>
            <a:ext cx="2528132" cy="108524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1299" y="3599700"/>
            <a:ext cx="751089" cy="11654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8929" y="200779"/>
            <a:ext cx="3275580" cy="98935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8"/>
          <a:srcRect b="5357"/>
          <a:stretch/>
        </p:blipFill>
        <p:spPr>
          <a:xfrm>
            <a:off x="10227916" y="3030002"/>
            <a:ext cx="1786079" cy="107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90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57" y="413397"/>
            <a:ext cx="7610475" cy="36099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030" y="1313577"/>
            <a:ext cx="2873431" cy="11334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464" y="3409009"/>
            <a:ext cx="240030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323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46" y="0"/>
            <a:ext cx="11869169" cy="60303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546" y="5937161"/>
            <a:ext cx="10647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https://medium.com/analytics-vidhya/introduction-to-long-short-term-memory-lstm-a8052cd0d4cd</a:t>
            </a:r>
          </a:p>
        </p:txBody>
      </p:sp>
    </p:spTree>
    <p:extLst>
      <p:ext uri="{BB962C8B-B14F-4D97-AF65-F5344CB8AC3E}">
        <p14:creationId xmlns:p14="http://schemas.microsoft.com/office/powerpoint/2010/main" val="179350443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</TotalTime>
  <Words>11</Words>
  <Application>Microsoft Office PowerPoint</Application>
  <PresentationFormat>Widescreen</PresentationFormat>
  <Paragraphs>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Times New Roman</vt:lpstr>
      <vt:lpstr>Retrospect</vt:lpstr>
      <vt:lpstr>LSTM(EXAMPLE)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LSTM(EXAMPLE)</dc:title>
  <dc:creator>Microsoft account</dc:creator>
  <cp:lastModifiedBy>Microsoft account</cp:lastModifiedBy>
  <cp:revision>8</cp:revision>
  <dcterms:created xsi:type="dcterms:W3CDTF">2024-03-24T02:12:24Z</dcterms:created>
  <dcterms:modified xsi:type="dcterms:W3CDTF">2024-03-24T03:54:29Z</dcterms:modified>
</cp:coreProperties>
</file>