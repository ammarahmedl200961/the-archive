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90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94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78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79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51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163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81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3/24/2024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406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71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11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37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3/24/2024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7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GRU</a:t>
            </a:r>
            <a:r>
              <a:rPr lang="en-US" sz="2400" dirty="0" smtClean="0"/>
              <a:t>(Example)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 smtClean="0"/>
              <a:t>By Hamad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95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GRU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140" y="1925459"/>
            <a:ext cx="9626679" cy="417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3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46" y="120872"/>
            <a:ext cx="6941713" cy="546265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77" y="5336816"/>
            <a:ext cx="5644435" cy="9271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043" y="2013530"/>
            <a:ext cx="3209925" cy="704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043" y="2718380"/>
            <a:ext cx="2924175" cy="676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0043" y="3394655"/>
            <a:ext cx="3438525" cy="666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9093" y="4071199"/>
            <a:ext cx="3419475" cy="590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9093" y="1682298"/>
            <a:ext cx="1910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GRU Architecture: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37543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515" y="579550"/>
            <a:ext cx="6781800" cy="46386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162" y="4666647"/>
            <a:ext cx="3199168" cy="75535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03" y="5351757"/>
            <a:ext cx="1806443" cy="75985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352" y="375769"/>
            <a:ext cx="2336618" cy="64166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0106" y="1272794"/>
            <a:ext cx="2468451" cy="296985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1446" y="5351757"/>
            <a:ext cx="5022115" cy="83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3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053" y="234571"/>
            <a:ext cx="7348188" cy="51131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385" y="4645340"/>
            <a:ext cx="3064778" cy="7023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623" y="5347685"/>
            <a:ext cx="1585101" cy="6667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26" y="234571"/>
            <a:ext cx="2428705" cy="666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5215" y="1367710"/>
            <a:ext cx="2656397" cy="31656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945" y="5347685"/>
            <a:ext cx="5009308" cy="75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5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57" y="0"/>
            <a:ext cx="7579284" cy="53273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829" y="4586417"/>
            <a:ext cx="3342063" cy="81727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24" y="5217635"/>
            <a:ext cx="1480255" cy="6226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45" y="98536"/>
            <a:ext cx="2408196" cy="6613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5613" y="4674728"/>
            <a:ext cx="4319449" cy="6526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2617" y="1100069"/>
            <a:ext cx="2693256" cy="327874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8298" y="5403690"/>
            <a:ext cx="4395036" cy="75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4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52" y="0"/>
            <a:ext cx="8220948" cy="58111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385" y="5083533"/>
            <a:ext cx="3271894" cy="6218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37" y="5394437"/>
            <a:ext cx="1382101" cy="581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830" y="0"/>
            <a:ext cx="2344928" cy="6439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684" y="1522457"/>
            <a:ext cx="3476625" cy="619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683" y="2305505"/>
            <a:ext cx="3476625" cy="600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4683" y="3044966"/>
            <a:ext cx="3616172" cy="6190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5172" y="5318879"/>
            <a:ext cx="4887364" cy="78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2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107</TotalTime>
  <Words>8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Retrospect</vt:lpstr>
      <vt:lpstr>GRU(Example)</vt:lpstr>
      <vt:lpstr>GRU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 &amp; LSTM</dc:title>
  <dc:creator>Microsoft account</dc:creator>
  <cp:lastModifiedBy>Microsoft account</cp:lastModifiedBy>
  <cp:revision>9</cp:revision>
  <dcterms:created xsi:type="dcterms:W3CDTF">2024-03-24T00:17:27Z</dcterms:created>
  <dcterms:modified xsi:type="dcterms:W3CDTF">2024-03-24T03:53:29Z</dcterms:modified>
</cp:coreProperties>
</file>